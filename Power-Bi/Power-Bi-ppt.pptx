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4"/>
  </p:notesMasterIdLst>
  <p:sldIdLst>
    <p:sldId id="256" r:id="rId2"/>
    <p:sldId id="258" r:id="rId3"/>
    <p:sldId id="259" r:id="rId4"/>
    <p:sldId id="260" r:id="rId5"/>
    <p:sldId id="261" r:id="rId6"/>
    <p:sldId id="302" r:id="rId7"/>
    <p:sldId id="307" r:id="rId8"/>
    <p:sldId id="304" r:id="rId9"/>
    <p:sldId id="305" r:id="rId10"/>
    <p:sldId id="306" r:id="rId11"/>
    <p:sldId id="262" r:id="rId12"/>
    <p:sldId id="264" r:id="rId13"/>
  </p:sldIdLst>
  <p:sldSz cx="9144000" cy="5143500" type="screen16x9"/>
  <p:notesSz cx="6858000" cy="9144000"/>
  <p:embeddedFontLst>
    <p:embeddedFont>
      <p:font typeface="Albert Sans" panose="020B0604020202020204" charset="0"/>
      <p:regular r:id="rId15"/>
      <p:bold r:id="rId16"/>
      <p:italic r:id="rId17"/>
      <p:boldItalic r:id="rId18"/>
    </p:embeddedFont>
    <p:embeddedFont>
      <p:font typeface="Inter" panose="020B0604020202020204" charset="0"/>
      <p:regular r:id="rId19"/>
      <p:bold r:id="rId20"/>
      <p:italic r:id="rId21"/>
      <p:boldItalic r:id="rId22"/>
    </p:embeddedFont>
    <p:embeddedFont>
      <p:font typeface="Inter Tight" panose="020B0604020202020204" charset="0"/>
      <p:regular r:id="rId23"/>
      <p:bold r:id="rId24"/>
      <p:italic r:id="rId25"/>
      <p:boldItalic r:id="rId26"/>
    </p:embeddedFont>
    <p:embeddedFont>
      <p:font typeface="Inter Tight Black" panose="020B0604020202020204" charset="0"/>
      <p:bold r:id="rId27"/>
      <p:boldItalic r:id="rId28"/>
    </p:embeddedFont>
    <p:embeddedFont>
      <p:font typeface="Nunito Light" pitchFamily="2" charset="0"/>
      <p:regular r:id="rId29"/>
      <p:italic r:id="rId30"/>
    </p:embeddedFont>
    <p:embeddedFont>
      <p:font typeface="Raleway"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003B"/>
    <a:srgbClr val="FF2929"/>
    <a:srgbClr val="FF2F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F4FE40-FA3F-43FA-AE74-58F23128EBD9}">
  <a:tblStyle styleId="{59F4FE40-FA3F-43FA-AE74-58F23128EBD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A60B8F1-D846-451F-8D8F-6F7FFD923721}"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5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1ff18b49f31_1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1ff18b49f31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1125d80b419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1125d80b419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110860aa57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10860aa57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70F81D5E-06F0-46C4-070E-D1670FFF197B}"/>
            </a:ext>
          </a:extLst>
        </p:cNvPr>
        <p:cNvGrpSpPr/>
        <p:nvPr/>
      </p:nvGrpSpPr>
      <p:grpSpPr>
        <a:xfrm>
          <a:off x="0" y="0"/>
          <a:ext cx="0" cy="0"/>
          <a:chOff x="0" y="0"/>
          <a:chExt cx="0" cy="0"/>
        </a:xfrm>
      </p:grpSpPr>
      <p:sp>
        <p:nvSpPr>
          <p:cNvPr id="402" name="Google Shape;402;g110860aa576_0_0:notes">
            <a:extLst>
              <a:ext uri="{FF2B5EF4-FFF2-40B4-BE49-F238E27FC236}">
                <a16:creationId xmlns:a16="http://schemas.microsoft.com/office/drawing/2014/main" id="{96B92341-FC31-91FD-8117-5592667AF3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10860aa576_0_0:notes">
            <a:extLst>
              <a:ext uri="{FF2B5EF4-FFF2-40B4-BE49-F238E27FC236}">
                <a16:creationId xmlns:a16="http://schemas.microsoft.com/office/drawing/2014/main" id="{DC4FA2AF-72C8-AB25-9E55-A48F2DFCC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8147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0A7BD714-E8A4-CE08-B8F3-1161442C5D34}"/>
            </a:ext>
          </a:extLst>
        </p:cNvPr>
        <p:cNvGrpSpPr/>
        <p:nvPr/>
      </p:nvGrpSpPr>
      <p:grpSpPr>
        <a:xfrm>
          <a:off x="0" y="0"/>
          <a:ext cx="0" cy="0"/>
          <a:chOff x="0" y="0"/>
          <a:chExt cx="0" cy="0"/>
        </a:xfrm>
      </p:grpSpPr>
      <p:sp>
        <p:nvSpPr>
          <p:cNvPr id="402" name="Google Shape;402;g110860aa576_0_0:notes">
            <a:extLst>
              <a:ext uri="{FF2B5EF4-FFF2-40B4-BE49-F238E27FC236}">
                <a16:creationId xmlns:a16="http://schemas.microsoft.com/office/drawing/2014/main" id="{AF82B7A4-2ABF-09B7-5198-E4354B090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10860aa576_0_0:notes">
            <a:extLst>
              <a:ext uri="{FF2B5EF4-FFF2-40B4-BE49-F238E27FC236}">
                <a16:creationId xmlns:a16="http://schemas.microsoft.com/office/drawing/2014/main" id="{90F69D88-6BED-0CCA-F7CB-989F6A7E71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5433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D1B3BCD4-65F7-9E6A-38BB-163A61B2BA44}"/>
            </a:ext>
          </a:extLst>
        </p:cNvPr>
        <p:cNvGrpSpPr/>
        <p:nvPr/>
      </p:nvGrpSpPr>
      <p:grpSpPr>
        <a:xfrm>
          <a:off x="0" y="0"/>
          <a:ext cx="0" cy="0"/>
          <a:chOff x="0" y="0"/>
          <a:chExt cx="0" cy="0"/>
        </a:xfrm>
      </p:grpSpPr>
      <p:sp>
        <p:nvSpPr>
          <p:cNvPr id="402" name="Google Shape;402;g110860aa576_0_0:notes">
            <a:extLst>
              <a:ext uri="{FF2B5EF4-FFF2-40B4-BE49-F238E27FC236}">
                <a16:creationId xmlns:a16="http://schemas.microsoft.com/office/drawing/2014/main" id="{8E6F66C1-5506-4786-3980-761D18583C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10860aa576_0_0:notes">
            <a:extLst>
              <a:ext uri="{FF2B5EF4-FFF2-40B4-BE49-F238E27FC236}">
                <a16:creationId xmlns:a16="http://schemas.microsoft.com/office/drawing/2014/main" id="{43A1958F-D677-65F1-B59F-8578503BF1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8033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7DDA0390-E68E-1723-A5BF-E38FCAD0C742}"/>
            </a:ext>
          </a:extLst>
        </p:cNvPr>
        <p:cNvGrpSpPr/>
        <p:nvPr/>
      </p:nvGrpSpPr>
      <p:grpSpPr>
        <a:xfrm>
          <a:off x="0" y="0"/>
          <a:ext cx="0" cy="0"/>
          <a:chOff x="0" y="0"/>
          <a:chExt cx="0" cy="0"/>
        </a:xfrm>
      </p:grpSpPr>
      <p:sp>
        <p:nvSpPr>
          <p:cNvPr id="402" name="Google Shape;402;g110860aa576_0_0:notes">
            <a:extLst>
              <a:ext uri="{FF2B5EF4-FFF2-40B4-BE49-F238E27FC236}">
                <a16:creationId xmlns:a16="http://schemas.microsoft.com/office/drawing/2014/main" id="{CC1E3AA7-5590-AD07-4DEE-7C99F931CC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10860aa576_0_0:notes">
            <a:extLst>
              <a:ext uri="{FF2B5EF4-FFF2-40B4-BE49-F238E27FC236}">
                <a16:creationId xmlns:a16="http://schemas.microsoft.com/office/drawing/2014/main" id="{541FEFA4-95C8-AD22-4962-018D7B07DA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27895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a:extLst>
            <a:ext uri="{FF2B5EF4-FFF2-40B4-BE49-F238E27FC236}">
              <a16:creationId xmlns:a16="http://schemas.microsoft.com/office/drawing/2014/main" id="{87ECCEBE-7034-BE48-4720-1121E5E8F111}"/>
            </a:ext>
          </a:extLst>
        </p:cNvPr>
        <p:cNvGrpSpPr/>
        <p:nvPr/>
      </p:nvGrpSpPr>
      <p:grpSpPr>
        <a:xfrm>
          <a:off x="0" y="0"/>
          <a:ext cx="0" cy="0"/>
          <a:chOff x="0" y="0"/>
          <a:chExt cx="0" cy="0"/>
        </a:xfrm>
      </p:grpSpPr>
      <p:sp>
        <p:nvSpPr>
          <p:cNvPr id="402" name="Google Shape;402;g110860aa576_0_0:notes">
            <a:extLst>
              <a:ext uri="{FF2B5EF4-FFF2-40B4-BE49-F238E27FC236}">
                <a16:creationId xmlns:a16="http://schemas.microsoft.com/office/drawing/2014/main" id="{1C097158-0352-B06F-37BB-1373DB0A01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10860aa576_0_0:notes">
            <a:extLst>
              <a:ext uri="{FF2B5EF4-FFF2-40B4-BE49-F238E27FC236}">
                <a16:creationId xmlns:a16="http://schemas.microsoft.com/office/drawing/2014/main" id="{A1500CF0-1350-F482-3131-C26D24F733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0345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1125d80b419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1125d80b419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1ff18b49f31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1ff18b49f31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7.png"/><Relationship Id="rId7"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4.png"/><Relationship Id="rId9"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10" Type="http://schemas.openxmlformats.org/officeDocument/2006/relationships/image" Target="../media/image1.png"/><Relationship Id="rId4" Type="http://schemas.openxmlformats.org/officeDocument/2006/relationships/image" Target="../media/image11.png"/><Relationship Id="rId9"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200" y="1230100"/>
            <a:ext cx="5021400" cy="20394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200"/>
              <a:buNone/>
              <a:defRPr sz="43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5100" y="3312825"/>
            <a:ext cx="2091900" cy="674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95249" y="9"/>
            <a:ext cx="5311249" cy="5386618"/>
            <a:chOff x="-95249" y="9"/>
            <a:chExt cx="5311249" cy="5386618"/>
          </a:xfrm>
        </p:grpSpPr>
        <p:grpSp>
          <p:nvGrpSpPr>
            <p:cNvPr id="12" name="Google Shape;12;p2"/>
            <p:cNvGrpSpPr/>
            <p:nvPr/>
          </p:nvGrpSpPr>
          <p:grpSpPr>
            <a:xfrm>
              <a:off x="204000" y="9"/>
              <a:ext cx="5012001" cy="5386618"/>
              <a:chOff x="204000" y="9"/>
              <a:chExt cx="5012001" cy="5386618"/>
            </a:xfrm>
          </p:grpSpPr>
          <p:pic>
            <p:nvPicPr>
              <p:cNvPr id="13" name="Google Shape;13;p2"/>
              <p:cNvPicPr preferRelativeResize="0"/>
              <p:nvPr/>
            </p:nvPicPr>
            <p:blipFill rotWithShape="1">
              <a:blip r:embed="rId2">
                <a:alphaModFix/>
              </a:blip>
              <a:srcRect r="69116"/>
              <a:stretch/>
            </p:blipFill>
            <p:spPr>
              <a:xfrm rot="-5400000">
                <a:off x="1187776" y="-983767"/>
                <a:ext cx="600174" cy="2567726"/>
              </a:xfrm>
              <a:prstGeom prst="rect">
                <a:avLst/>
              </a:prstGeom>
              <a:noFill/>
              <a:ln>
                <a:noFill/>
              </a:ln>
            </p:spPr>
          </p:pic>
          <p:pic>
            <p:nvPicPr>
              <p:cNvPr id="14" name="Google Shape;14;p2"/>
              <p:cNvPicPr preferRelativeResize="0"/>
              <p:nvPr/>
            </p:nvPicPr>
            <p:blipFill rotWithShape="1">
              <a:blip r:embed="rId3">
                <a:alphaModFix/>
              </a:blip>
              <a:srcRect t="48641"/>
              <a:stretch/>
            </p:blipFill>
            <p:spPr>
              <a:xfrm rot="10800000" flipH="1">
                <a:off x="2220200" y="4461077"/>
                <a:ext cx="2995801" cy="925550"/>
              </a:xfrm>
              <a:prstGeom prst="rect">
                <a:avLst/>
              </a:prstGeom>
              <a:noFill/>
              <a:ln>
                <a:noFill/>
              </a:ln>
            </p:spPr>
          </p:pic>
        </p:grpSp>
        <p:pic>
          <p:nvPicPr>
            <p:cNvPr id="15" name="Google Shape;15;p2"/>
            <p:cNvPicPr preferRelativeResize="0"/>
            <p:nvPr/>
          </p:nvPicPr>
          <p:blipFill rotWithShape="1">
            <a:blip r:embed="rId4">
              <a:alphaModFix/>
            </a:blip>
            <a:srcRect t="45770"/>
            <a:stretch/>
          </p:blipFill>
          <p:spPr>
            <a:xfrm rot="-5400000">
              <a:off x="-882323" y="3781251"/>
              <a:ext cx="2225523" cy="651376"/>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068700" y="2512951"/>
            <a:ext cx="4360200" cy="1012500"/>
          </a:xfrm>
          <a:prstGeom prst="rect">
            <a:avLst/>
          </a:prstGeom>
        </p:spPr>
        <p:txBody>
          <a:bodyPr spcFirstLastPara="1" wrap="square" lIns="91425" tIns="91425" rIns="91425" bIns="91425" anchor="t" anchorCtr="0">
            <a:noAutofit/>
          </a:bodyPr>
          <a:lstStyle>
            <a:lvl1pPr lvl="0" algn="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a:endParaRPr/>
          </a:p>
        </p:txBody>
      </p:sp>
      <p:sp>
        <p:nvSpPr>
          <p:cNvPr id="18" name="Google Shape;18;p3"/>
          <p:cNvSpPr txBox="1">
            <a:spLocks noGrp="1"/>
          </p:cNvSpPr>
          <p:nvPr>
            <p:ph type="title" idx="2" hasCustomPrompt="1"/>
          </p:nvPr>
        </p:nvSpPr>
        <p:spPr>
          <a:xfrm>
            <a:off x="7339000" y="1618049"/>
            <a:ext cx="1089900" cy="894900"/>
          </a:xfrm>
          <a:prstGeom prst="rect">
            <a:avLst/>
          </a:prstGeom>
          <a:noFill/>
        </p:spPr>
        <p:txBody>
          <a:bodyPr spcFirstLastPara="1" wrap="square" lIns="91425" tIns="91425" rIns="91425" bIns="91425" anchor="b" anchorCtr="0">
            <a:noAutofit/>
          </a:bodyPr>
          <a:lstStyle>
            <a:lvl1pPr lvl="0" algn="r" rtl="0">
              <a:spcBef>
                <a:spcPts val="0"/>
              </a:spcBef>
              <a:spcAft>
                <a:spcPts val="0"/>
              </a:spcAft>
              <a:buSzPts val="6000"/>
              <a:buNone/>
              <a:defRPr sz="5000" b="0">
                <a:latin typeface="Inter Tight Black"/>
                <a:ea typeface="Inter Tight Black"/>
                <a:cs typeface="Inter Tight Black"/>
                <a:sym typeface="Inter Tight Black"/>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grpSp>
        <p:nvGrpSpPr>
          <p:cNvPr id="19" name="Google Shape;19;p3"/>
          <p:cNvGrpSpPr/>
          <p:nvPr/>
        </p:nvGrpSpPr>
        <p:grpSpPr>
          <a:xfrm>
            <a:off x="7180075" y="-707594"/>
            <a:ext cx="3196535" cy="6004294"/>
            <a:chOff x="7180075" y="-707594"/>
            <a:chExt cx="3196535" cy="6004294"/>
          </a:xfrm>
        </p:grpSpPr>
        <p:pic>
          <p:nvPicPr>
            <p:cNvPr id="20" name="Google Shape;20;p3"/>
            <p:cNvPicPr preferRelativeResize="0"/>
            <p:nvPr/>
          </p:nvPicPr>
          <p:blipFill rotWithShape="1">
            <a:blip r:embed="rId2">
              <a:alphaModFix/>
            </a:blip>
            <a:srcRect/>
            <a:stretch/>
          </p:blipFill>
          <p:spPr>
            <a:xfrm flipH="1">
              <a:off x="8002788" y="3913772"/>
              <a:ext cx="2298975" cy="1382928"/>
            </a:xfrm>
            <a:prstGeom prst="rect">
              <a:avLst/>
            </a:prstGeom>
            <a:noFill/>
            <a:ln>
              <a:noFill/>
            </a:ln>
          </p:spPr>
        </p:pic>
        <p:pic>
          <p:nvPicPr>
            <p:cNvPr id="21" name="Google Shape;21;p3"/>
            <p:cNvPicPr preferRelativeResize="0"/>
            <p:nvPr/>
          </p:nvPicPr>
          <p:blipFill>
            <a:blip r:embed="rId3">
              <a:alphaModFix/>
            </a:blip>
            <a:stretch>
              <a:fillRect/>
            </a:stretch>
          </p:blipFill>
          <p:spPr>
            <a:xfrm>
              <a:off x="7180075" y="-707594"/>
              <a:ext cx="3196535" cy="2039400"/>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grpSp>
        <p:nvGrpSpPr>
          <p:cNvPr id="34" name="Google Shape;34;p5"/>
          <p:cNvGrpSpPr/>
          <p:nvPr/>
        </p:nvGrpSpPr>
        <p:grpSpPr>
          <a:xfrm>
            <a:off x="-975224" y="-289110"/>
            <a:ext cx="12439449" cy="7230050"/>
            <a:chOff x="-975224" y="-289110"/>
            <a:chExt cx="12439449" cy="7230050"/>
          </a:xfrm>
        </p:grpSpPr>
        <p:pic>
          <p:nvPicPr>
            <p:cNvPr id="35" name="Google Shape;35;p5"/>
            <p:cNvPicPr preferRelativeResize="0"/>
            <p:nvPr/>
          </p:nvPicPr>
          <p:blipFill>
            <a:blip r:embed="rId2">
              <a:alphaModFix/>
            </a:blip>
            <a:stretch>
              <a:fillRect/>
            </a:stretch>
          </p:blipFill>
          <p:spPr>
            <a:xfrm rot="10800000">
              <a:off x="6917599" y="4205965"/>
              <a:ext cx="4546625" cy="2734975"/>
            </a:xfrm>
            <a:prstGeom prst="rect">
              <a:avLst/>
            </a:prstGeom>
            <a:noFill/>
            <a:ln>
              <a:noFill/>
            </a:ln>
          </p:spPr>
        </p:pic>
        <p:pic>
          <p:nvPicPr>
            <p:cNvPr id="36" name="Google Shape;36;p5"/>
            <p:cNvPicPr preferRelativeResize="0"/>
            <p:nvPr/>
          </p:nvPicPr>
          <p:blipFill>
            <a:blip r:embed="rId3">
              <a:alphaModFix/>
            </a:blip>
            <a:stretch>
              <a:fillRect/>
            </a:stretch>
          </p:blipFill>
          <p:spPr>
            <a:xfrm rot="5400000" flipH="1">
              <a:off x="-763999" y="-500335"/>
              <a:ext cx="1314774" cy="1737225"/>
            </a:xfrm>
            <a:prstGeom prst="rect">
              <a:avLst/>
            </a:prstGeom>
            <a:noFill/>
            <a:ln>
              <a:noFill/>
            </a:ln>
          </p:spPr>
        </p:pic>
        <p:pic>
          <p:nvPicPr>
            <p:cNvPr id="37" name="Google Shape;37;p5"/>
            <p:cNvPicPr preferRelativeResize="0"/>
            <p:nvPr/>
          </p:nvPicPr>
          <p:blipFill>
            <a:blip r:embed="rId4">
              <a:alphaModFix/>
            </a:blip>
            <a:stretch>
              <a:fillRect/>
            </a:stretch>
          </p:blipFill>
          <p:spPr>
            <a:xfrm flipH="1">
              <a:off x="8347800" y="-103361"/>
              <a:ext cx="1544775" cy="929250"/>
            </a:xfrm>
            <a:prstGeom prst="rect">
              <a:avLst/>
            </a:prstGeom>
            <a:noFill/>
            <a:ln>
              <a:noFill/>
            </a:ln>
          </p:spPr>
        </p:pic>
        <p:pic>
          <p:nvPicPr>
            <p:cNvPr id="38" name="Google Shape;38;p5"/>
            <p:cNvPicPr preferRelativeResize="0"/>
            <p:nvPr/>
          </p:nvPicPr>
          <p:blipFill>
            <a:blip r:embed="rId5">
              <a:alphaModFix/>
            </a:blip>
            <a:stretch>
              <a:fillRect/>
            </a:stretch>
          </p:blipFill>
          <p:spPr>
            <a:xfrm rot="5400000">
              <a:off x="7920063" y="1822175"/>
              <a:ext cx="1821549" cy="1095725"/>
            </a:xfrm>
            <a:prstGeom prst="rect">
              <a:avLst/>
            </a:prstGeom>
            <a:noFill/>
            <a:ln>
              <a:noFill/>
            </a:ln>
          </p:spPr>
        </p:pic>
      </p:grpSp>
      <p:sp>
        <p:nvSpPr>
          <p:cNvPr id="39" name="Google Shape;39;p5"/>
          <p:cNvSpPr txBox="1">
            <a:spLocks noGrp="1"/>
          </p:cNvSpPr>
          <p:nvPr>
            <p:ph type="subTitle" idx="1"/>
          </p:nvPr>
        </p:nvSpPr>
        <p:spPr>
          <a:xfrm>
            <a:off x="715100" y="2784300"/>
            <a:ext cx="2907600" cy="572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40" name="Google Shape;40;p5"/>
          <p:cNvSpPr txBox="1">
            <a:spLocks noGrp="1"/>
          </p:cNvSpPr>
          <p:nvPr>
            <p:ph type="subTitle" idx="2"/>
          </p:nvPr>
        </p:nvSpPr>
        <p:spPr>
          <a:xfrm>
            <a:off x="4945650" y="2784300"/>
            <a:ext cx="29076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41" name="Google Shape;41;p5"/>
          <p:cNvSpPr txBox="1">
            <a:spLocks noGrp="1"/>
          </p:cNvSpPr>
          <p:nvPr>
            <p:ph type="subTitle" idx="3"/>
          </p:nvPr>
        </p:nvSpPr>
        <p:spPr>
          <a:xfrm>
            <a:off x="715100" y="3280800"/>
            <a:ext cx="2907600" cy="135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2" name="Google Shape;42;p5"/>
          <p:cNvSpPr txBox="1">
            <a:spLocks noGrp="1"/>
          </p:cNvSpPr>
          <p:nvPr>
            <p:ph type="subTitle" idx="4"/>
          </p:nvPr>
        </p:nvSpPr>
        <p:spPr>
          <a:xfrm>
            <a:off x="4945650" y="3280800"/>
            <a:ext cx="2907600" cy="135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 name="Google Shape;4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4" name="Google Shape;44;p5"/>
          <p:cNvGrpSpPr/>
          <p:nvPr/>
        </p:nvGrpSpPr>
        <p:grpSpPr>
          <a:xfrm>
            <a:off x="-1432300" y="-395850"/>
            <a:ext cx="10085587" cy="5228140"/>
            <a:chOff x="-1432300" y="-395850"/>
            <a:chExt cx="10085587" cy="5228140"/>
          </a:xfrm>
        </p:grpSpPr>
        <p:pic>
          <p:nvPicPr>
            <p:cNvPr id="45" name="Google Shape;45;p5"/>
            <p:cNvPicPr preferRelativeResize="0"/>
            <p:nvPr/>
          </p:nvPicPr>
          <p:blipFill rotWithShape="1">
            <a:blip r:embed="rId6">
              <a:alphaModFix/>
            </a:blip>
            <a:srcRect t="2281" b="2271"/>
            <a:stretch/>
          </p:blipFill>
          <p:spPr>
            <a:xfrm rot="10800000" flipH="1">
              <a:off x="8204509" y="4384689"/>
              <a:ext cx="448778" cy="447601"/>
            </a:xfrm>
            <a:prstGeom prst="rect">
              <a:avLst/>
            </a:prstGeom>
            <a:noFill/>
            <a:ln>
              <a:noFill/>
            </a:ln>
          </p:spPr>
        </p:pic>
        <p:pic>
          <p:nvPicPr>
            <p:cNvPr id="46" name="Google Shape;46;p5"/>
            <p:cNvPicPr preferRelativeResize="0"/>
            <p:nvPr/>
          </p:nvPicPr>
          <p:blipFill rotWithShape="1">
            <a:blip r:embed="rId7">
              <a:alphaModFix/>
            </a:blip>
            <a:srcRect/>
            <a:stretch/>
          </p:blipFill>
          <p:spPr>
            <a:xfrm rot="10800000" flipH="1">
              <a:off x="659599" y="-395850"/>
              <a:ext cx="855475" cy="884643"/>
            </a:xfrm>
            <a:prstGeom prst="rect">
              <a:avLst/>
            </a:prstGeom>
            <a:noFill/>
            <a:ln>
              <a:noFill/>
            </a:ln>
          </p:spPr>
        </p:pic>
        <p:pic>
          <p:nvPicPr>
            <p:cNvPr id="47" name="Google Shape;47;p5"/>
            <p:cNvPicPr preferRelativeResize="0"/>
            <p:nvPr/>
          </p:nvPicPr>
          <p:blipFill>
            <a:blip r:embed="rId8">
              <a:alphaModFix/>
            </a:blip>
            <a:stretch>
              <a:fillRect/>
            </a:stretch>
          </p:blipFill>
          <p:spPr>
            <a:xfrm rot="10800000" flipH="1">
              <a:off x="-1432300" y="825903"/>
              <a:ext cx="2091899" cy="1527106"/>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7"/>
        <p:cNvGrpSpPr/>
        <p:nvPr/>
      </p:nvGrpSpPr>
      <p:grpSpPr>
        <a:xfrm>
          <a:off x="0" y="0"/>
          <a:ext cx="0" cy="0"/>
          <a:chOff x="0" y="0"/>
          <a:chExt cx="0" cy="0"/>
        </a:xfrm>
      </p:grpSpPr>
      <p:grpSp>
        <p:nvGrpSpPr>
          <p:cNvPr id="58" name="Google Shape;58;p7"/>
          <p:cNvGrpSpPr/>
          <p:nvPr/>
        </p:nvGrpSpPr>
        <p:grpSpPr>
          <a:xfrm>
            <a:off x="4332513" y="534990"/>
            <a:ext cx="5318313" cy="4293923"/>
            <a:chOff x="4332513" y="534990"/>
            <a:chExt cx="5318313" cy="4293923"/>
          </a:xfrm>
        </p:grpSpPr>
        <p:pic>
          <p:nvPicPr>
            <p:cNvPr id="59" name="Google Shape;59;p7"/>
            <p:cNvPicPr preferRelativeResize="0"/>
            <p:nvPr/>
          </p:nvPicPr>
          <p:blipFill rotWithShape="1">
            <a:blip r:embed="rId2">
              <a:alphaModFix/>
            </a:blip>
            <a:srcRect t="2281" b="2271"/>
            <a:stretch/>
          </p:blipFill>
          <p:spPr>
            <a:xfrm>
              <a:off x="4332513" y="4381312"/>
              <a:ext cx="448778" cy="447601"/>
            </a:xfrm>
            <a:prstGeom prst="rect">
              <a:avLst/>
            </a:prstGeom>
            <a:noFill/>
            <a:ln>
              <a:noFill/>
            </a:ln>
          </p:spPr>
        </p:pic>
        <p:pic>
          <p:nvPicPr>
            <p:cNvPr id="60" name="Google Shape;60;p7"/>
            <p:cNvPicPr preferRelativeResize="0"/>
            <p:nvPr/>
          </p:nvPicPr>
          <p:blipFill rotWithShape="1">
            <a:blip r:embed="rId3">
              <a:alphaModFix/>
            </a:blip>
            <a:srcRect t="1774" b="1765"/>
            <a:stretch/>
          </p:blipFill>
          <p:spPr>
            <a:xfrm>
              <a:off x="8645049" y="534990"/>
              <a:ext cx="1005777" cy="1003200"/>
            </a:xfrm>
            <a:prstGeom prst="rect">
              <a:avLst/>
            </a:prstGeom>
            <a:noFill/>
            <a:ln>
              <a:noFill/>
            </a:ln>
          </p:spPr>
        </p:pic>
      </p:grpSp>
      <p:grpSp>
        <p:nvGrpSpPr>
          <p:cNvPr id="61" name="Google Shape;61;p7"/>
          <p:cNvGrpSpPr/>
          <p:nvPr/>
        </p:nvGrpSpPr>
        <p:grpSpPr>
          <a:xfrm>
            <a:off x="-1695322" y="-1291200"/>
            <a:ext cx="11588824" cy="6600350"/>
            <a:chOff x="-1695322" y="-1291200"/>
            <a:chExt cx="11588824" cy="6600350"/>
          </a:xfrm>
        </p:grpSpPr>
        <p:grpSp>
          <p:nvGrpSpPr>
            <p:cNvPr id="62" name="Google Shape;62;p7"/>
            <p:cNvGrpSpPr/>
            <p:nvPr/>
          </p:nvGrpSpPr>
          <p:grpSpPr>
            <a:xfrm>
              <a:off x="-1126744" y="-1291200"/>
              <a:ext cx="7845556" cy="6277073"/>
              <a:chOff x="-1126744" y="-1291200"/>
              <a:chExt cx="7845556" cy="6277073"/>
            </a:xfrm>
          </p:grpSpPr>
          <p:pic>
            <p:nvPicPr>
              <p:cNvPr id="63" name="Google Shape;63;p7"/>
              <p:cNvPicPr preferRelativeResize="0"/>
              <p:nvPr/>
            </p:nvPicPr>
            <p:blipFill>
              <a:blip r:embed="rId4">
                <a:alphaModFix/>
              </a:blip>
              <a:stretch>
                <a:fillRect/>
              </a:stretch>
            </p:blipFill>
            <p:spPr>
              <a:xfrm flipH="1">
                <a:off x="-1126744" y="3784749"/>
                <a:ext cx="2225531" cy="1201124"/>
              </a:xfrm>
              <a:prstGeom prst="rect">
                <a:avLst/>
              </a:prstGeom>
              <a:noFill/>
              <a:ln>
                <a:noFill/>
              </a:ln>
            </p:spPr>
          </p:pic>
          <p:pic>
            <p:nvPicPr>
              <p:cNvPr id="64" name="Google Shape;64;p7"/>
              <p:cNvPicPr preferRelativeResize="0"/>
              <p:nvPr/>
            </p:nvPicPr>
            <p:blipFill>
              <a:blip r:embed="rId5">
                <a:alphaModFix/>
              </a:blip>
              <a:stretch>
                <a:fillRect/>
              </a:stretch>
            </p:blipFill>
            <p:spPr>
              <a:xfrm>
                <a:off x="2172187" y="-1291200"/>
                <a:ext cx="4546625" cy="2734975"/>
              </a:xfrm>
              <a:prstGeom prst="rect">
                <a:avLst/>
              </a:prstGeom>
              <a:noFill/>
              <a:ln>
                <a:noFill/>
              </a:ln>
            </p:spPr>
          </p:pic>
        </p:grpSp>
        <p:grpSp>
          <p:nvGrpSpPr>
            <p:cNvPr id="65" name="Google Shape;65;p7"/>
            <p:cNvGrpSpPr/>
            <p:nvPr/>
          </p:nvGrpSpPr>
          <p:grpSpPr>
            <a:xfrm>
              <a:off x="220375" y="3913656"/>
              <a:ext cx="6411090" cy="1395494"/>
              <a:chOff x="220375" y="3913656"/>
              <a:chExt cx="6411090" cy="1395494"/>
            </a:xfrm>
          </p:grpSpPr>
          <p:pic>
            <p:nvPicPr>
              <p:cNvPr id="66" name="Google Shape;66;p7"/>
              <p:cNvPicPr preferRelativeResize="0"/>
              <p:nvPr/>
            </p:nvPicPr>
            <p:blipFill>
              <a:blip r:embed="rId6">
                <a:alphaModFix/>
              </a:blip>
              <a:stretch>
                <a:fillRect/>
              </a:stretch>
            </p:blipFill>
            <p:spPr>
              <a:xfrm>
                <a:off x="4332491" y="3913656"/>
                <a:ext cx="2298975" cy="1382928"/>
              </a:xfrm>
              <a:prstGeom prst="rect">
                <a:avLst/>
              </a:prstGeom>
              <a:noFill/>
              <a:ln>
                <a:noFill/>
              </a:ln>
            </p:spPr>
          </p:pic>
          <p:pic>
            <p:nvPicPr>
              <p:cNvPr id="67" name="Google Shape;67;p7"/>
              <p:cNvPicPr preferRelativeResize="0"/>
              <p:nvPr/>
            </p:nvPicPr>
            <p:blipFill>
              <a:blip r:embed="rId7">
                <a:alphaModFix/>
              </a:blip>
              <a:stretch>
                <a:fillRect/>
              </a:stretch>
            </p:blipFill>
            <p:spPr>
              <a:xfrm rot="10800000">
                <a:off x="220375" y="4379900"/>
                <a:ext cx="1544775" cy="929250"/>
              </a:xfrm>
              <a:prstGeom prst="rect">
                <a:avLst/>
              </a:prstGeom>
              <a:noFill/>
              <a:ln>
                <a:noFill/>
              </a:ln>
            </p:spPr>
          </p:pic>
        </p:grpSp>
        <p:grpSp>
          <p:nvGrpSpPr>
            <p:cNvPr id="68" name="Google Shape;68;p7"/>
            <p:cNvGrpSpPr/>
            <p:nvPr/>
          </p:nvGrpSpPr>
          <p:grpSpPr>
            <a:xfrm>
              <a:off x="-1695322" y="-991639"/>
              <a:ext cx="11588824" cy="4520213"/>
              <a:chOff x="-1695322" y="-991639"/>
              <a:chExt cx="11588824" cy="4520213"/>
            </a:xfrm>
          </p:grpSpPr>
          <p:pic>
            <p:nvPicPr>
              <p:cNvPr id="69" name="Google Shape;69;p7"/>
              <p:cNvPicPr preferRelativeResize="0"/>
              <p:nvPr/>
            </p:nvPicPr>
            <p:blipFill>
              <a:blip r:embed="rId8">
                <a:alphaModFix/>
              </a:blip>
              <a:stretch>
                <a:fillRect/>
              </a:stretch>
            </p:blipFill>
            <p:spPr>
              <a:xfrm rot="-5400000">
                <a:off x="-1383134" y="-1303826"/>
                <a:ext cx="1943350" cy="2567726"/>
              </a:xfrm>
              <a:prstGeom prst="rect">
                <a:avLst/>
              </a:prstGeom>
              <a:noFill/>
              <a:ln>
                <a:noFill/>
              </a:ln>
            </p:spPr>
          </p:pic>
          <p:pic>
            <p:nvPicPr>
              <p:cNvPr id="70" name="Google Shape;70;p7"/>
              <p:cNvPicPr preferRelativeResize="0"/>
              <p:nvPr/>
            </p:nvPicPr>
            <p:blipFill>
              <a:blip r:embed="rId8">
                <a:alphaModFix/>
              </a:blip>
              <a:stretch>
                <a:fillRect/>
              </a:stretch>
            </p:blipFill>
            <p:spPr>
              <a:xfrm>
                <a:off x="8690026" y="1938450"/>
                <a:ext cx="1203476" cy="1590125"/>
              </a:xfrm>
              <a:prstGeom prst="rect">
                <a:avLst/>
              </a:prstGeom>
              <a:noFill/>
              <a:ln>
                <a:noFill/>
              </a:ln>
            </p:spPr>
          </p:pic>
        </p:grpSp>
      </p:grpSp>
      <p:sp>
        <p:nvSpPr>
          <p:cNvPr id="71" name="Google Shape;71;p7"/>
          <p:cNvSpPr txBox="1">
            <a:spLocks noGrp="1"/>
          </p:cNvSpPr>
          <p:nvPr>
            <p:ph type="title"/>
          </p:nvPr>
        </p:nvSpPr>
        <p:spPr>
          <a:xfrm>
            <a:off x="720000" y="1265838"/>
            <a:ext cx="2567700" cy="1003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72" name="Google Shape;72;p7"/>
          <p:cNvSpPr txBox="1">
            <a:spLocks noGrp="1"/>
          </p:cNvSpPr>
          <p:nvPr>
            <p:ph type="body" idx="1"/>
          </p:nvPr>
        </p:nvSpPr>
        <p:spPr>
          <a:xfrm>
            <a:off x="720000" y="2423263"/>
            <a:ext cx="3214800" cy="14544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73" name="Google Shape;73;p7"/>
          <p:cNvSpPr>
            <a:spLocks noGrp="1"/>
          </p:cNvSpPr>
          <p:nvPr>
            <p:ph type="pic" idx="2"/>
          </p:nvPr>
        </p:nvSpPr>
        <p:spPr>
          <a:xfrm>
            <a:off x="5493400" y="845700"/>
            <a:ext cx="2935500" cy="4297800"/>
          </a:xfrm>
          <a:prstGeom prst="round2SameRect">
            <a:avLst>
              <a:gd name="adj1" fmla="val 16667"/>
              <a:gd name="adj2" fmla="val 0"/>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4"/>
        <p:cNvGrpSpPr/>
        <p:nvPr/>
      </p:nvGrpSpPr>
      <p:grpSpPr>
        <a:xfrm>
          <a:off x="0" y="0"/>
          <a:ext cx="0" cy="0"/>
          <a:chOff x="0" y="0"/>
          <a:chExt cx="0" cy="0"/>
        </a:xfrm>
      </p:grpSpPr>
      <p:sp>
        <p:nvSpPr>
          <p:cNvPr id="75" name="Google Shape;75;p8"/>
          <p:cNvSpPr txBox="1">
            <a:spLocks noGrp="1"/>
          </p:cNvSpPr>
          <p:nvPr>
            <p:ph type="title"/>
          </p:nvPr>
        </p:nvSpPr>
        <p:spPr>
          <a:xfrm>
            <a:off x="1388100" y="1307100"/>
            <a:ext cx="6367800" cy="25293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76" name="Google Shape;76;p8"/>
          <p:cNvGrpSpPr/>
          <p:nvPr/>
        </p:nvGrpSpPr>
        <p:grpSpPr>
          <a:xfrm>
            <a:off x="-432505" y="311200"/>
            <a:ext cx="9085792" cy="5798549"/>
            <a:chOff x="-432505" y="311200"/>
            <a:chExt cx="9085792" cy="5798549"/>
          </a:xfrm>
        </p:grpSpPr>
        <p:pic>
          <p:nvPicPr>
            <p:cNvPr id="77" name="Google Shape;77;p8"/>
            <p:cNvPicPr preferRelativeResize="0"/>
            <p:nvPr/>
          </p:nvPicPr>
          <p:blipFill rotWithShape="1">
            <a:blip r:embed="rId2">
              <a:alphaModFix/>
            </a:blip>
            <a:srcRect/>
            <a:stretch/>
          </p:blipFill>
          <p:spPr>
            <a:xfrm rot="2411193">
              <a:off x="-139242" y="3697509"/>
              <a:ext cx="2495901" cy="1822004"/>
            </a:xfrm>
            <a:prstGeom prst="rect">
              <a:avLst/>
            </a:prstGeom>
            <a:noFill/>
            <a:ln>
              <a:noFill/>
            </a:ln>
          </p:spPr>
        </p:pic>
        <p:pic>
          <p:nvPicPr>
            <p:cNvPr id="78" name="Google Shape;78;p8"/>
            <p:cNvPicPr preferRelativeResize="0"/>
            <p:nvPr/>
          </p:nvPicPr>
          <p:blipFill rotWithShape="1">
            <a:blip r:embed="rId3">
              <a:alphaModFix/>
            </a:blip>
            <a:srcRect t="2281" b="2271"/>
            <a:stretch/>
          </p:blipFill>
          <p:spPr>
            <a:xfrm>
              <a:off x="8204509" y="311200"/>
              <a:ext cx="448778" cy="447601"/>
            </a:xfrm>
            <a:prstGeom prst="rect">
              <a:avLst/>
            </a:prstGeom>
            <a:noFill/>
            <a:ln>
              <a:noFill/>
            </a:ln>
          </p:spPr>
        </p:pic>
      </p:grpSp>
      <p:grpSp>
        <p:nvGrpSpPr>
          <p:cNvPr id="79" name="Google Shape;79;p8"/>
          <p:cNvGrpSpPr/>
          <p:nvPr/>
        </p:nvGrpSpPr>
        <p:grpSpPr>
          <a:xfrm>
            <a:off x="-2430057" y="-1900800"/>
            <a:ext cx="14271730" cy="8595158"/>
            <a:chOff x="-2430057" y="-1900800"/>
            <a:chExt cx="14271730" cy="8595158"/>
          </a:xfrm>
        </p:grpSpPr>
        <p:grpSp>
          <p:nvGrpSpPr>
            <p:cNvPr id="80" name="Google Shape;80;p8"/>
            <p:cNvGrpSpPr/>
            <p:nvPr/>
          </p:nvGrpSpPr>
          <p:grpSpPr>
            <a:xfrm>
              <a:off x="-2430057" y="-1900800"/>
              <a:ext cx="14271730" cy="8595158"/>
              <a:chOff x="-2430057" y="-1900800"/>
              <a:chExt cx="14271730" cy="8595158"/>
            </a:xfrm>
          </p:grpSpPr>
          <p:pic>
            <p:nvPicPr>
              <p:cNvPr id="81" name="Google Shape;81;p8"/>
              <p:cNvPicPr preferRelativeResize="0"/>
              <p:nvPr/>
            </p:nvPicPr>
            <p:blipFill>
              <a:blip r:embed="rId4">
                <a:alphaModFix/>
              </a:blip>
              <a:stretch>
                <a:fillRect/>
              </a:stretch>
            </p:blipFill>
            <p:spPr>
              <a:xfrm rot="5400000">
                <a:off x="-3416519" y="1178575"/>
                <a:ext cx="4951375" cy="2978450"/>
              </a:xfrm>
              <a:prstGeom prst="rect">
                <a:avLst/>
              </a:prstGeom>
              <a:noFill/>
              <a:ln>
                <a:noFill/>
              </a:ln>
            </p:spPr>
          </p:pic>
          <p:pic>
            <p:nvPicPr>
              <p:cNvPr id="82" name="Google Shape;82;p8"/>
              <p:cNvPicPr preferRelativeResize="0"/>
              <p:nvPr/>
            </p:nvPicPr>
            <p:blipFill>
              <a:blip r:embed="rId5">
                <a:alphaModFix/>
              </a:blip>
              <a:stretch>
                <a:fillRect/>
              </a:stretch>
            </p:blipFill>
            <p:spPr>
              <a:xfrm>
                <a:off x="5603137" y="-1900800"/>
                <a:ext cx="4546625" cy="2734975"/>
              </a:xfrm>
              <a:prstGeom prst="rect">
                <a:avLst/>
              </a:prstGeom>
              <a:noFill/>
              <a:ln>
                <a:noFill/>
              </a:ln>
            </p:spPr>
          </p:pic>
          <p:pic>
            <p:nvPicPr>
              <p:cNvPr id="83" name="Google Shape;83;p8"/>
              <p:cNvPicPr preferRelativeResize="0"/>
              <p:nvPr/>
            </p:nvPicPr>
            <p:blipFill>
              <a:blip r:embed="rId6">
                <a:alphaModFix/>
              </a:blip>
              <a:stretch>
                <a:fillRect/>
              </a:stretch>
            </p:blipFill>
            <p:spPr>
              <a:xfrm>
                <a:off x="7621349" y="4155658"/>
                <a:ext cx="4220324" cy="2538700"/>
              </a:xfrm>
              <a:prstGeom prst="rect">
                <a:avLst/>
              </a:prstGeom>
              <a:noFill/>
              <a:ln>
                <a:noFill/>
              </a:ln>
            </p:spPr>
          </p:pic>
          <p:pic>
            <p:nvPicPr>
              <p:cNvPr id="84" name="Google Shape;84;p8"/>
              <p:cNvPicPr preferRelativeResize="0"/>
              <p:nvPr/>
            </p:nvPicPr>
            <p:blipFill>
              <a:blip r:embed="rId7">
                <a:alphaModFix/>
              </a:blip>
              <a:stretch>
                <a:fillRect/>
              </a:stretch>
            </p:blipFill>
            <p:spPr>
              <a:xfrm>
                <a:off x="8014775" y="3784749"/>
                <a:ext cx="2225531" cy="1201124"/>
              </a:xfrm>
              <a:prstGeom prst="rect">
                <a:avLst/>
              </a:prstGeom>
              <a:noFill/>
              <a:ln>
                <a:noFill/>
              </a:ln>
            </p:spPr>
          </p:pic>
        </p:grpSp>
        <p:pic>
          <p:nvPicPr>
            <p:cNvPr id="85" name="Google Shape;85;p8"/>
            <p:cNvPicPr preferRelativeResize="0"/>
            <p:nvPr/>
          </p:nvPicPr>
          <p:blipFill>
            <a:blip r:embed="rId8">
              <a:alphaModFix/>
            </a:blip>
            <a:stretch>
              <a:fillRect/>
            </a:stretch>
          </p:blipFill>
          <p:spPr>
            <a:xfrm rot="10800000">
              <a:off x="-351482" y="-1144275"/>
              <a:ext cx="1739930" cy="2298979"/>
            </a:xfrm>
            <a:prstGeom prst="rect">
              <a:avLst/>
            </a:prstGeom>
            <a:noFill/>
            <a:ln>
              <a:noFill/>
            </a:ln>
          </p:spPr>
        </p:pic>
        <p:pic>
          <p:nvPicPr>
            <p:cNvPr id="86" name="Google Shape;86;p8"/>
            <p:cNvPicPr preferRelativeResize="0"/>
            <p:nvPr/>
          </p:nvPicPr>
          <p:blipFill>
            <a:blip r:embed="rId9">
              <a:alphaModFix/>
            </a:blip>
            <a:stretch>
              <a:fillRect/>
            </a:stretch>
          </p:blipFill>
          <p:spPr>
            <a:xfrm rot="10800000">
              <a:off x="4395873" y="4313204"/>
              <a:ext cx="2995801" cy="1802100"/>
            </a:xfrm>
            <a:prstGeom prst="rect">
              <a:avLst/>
            </a:prstGeom>
            <a:noFill/>
            <a:ln>
              <a:noFill/>
            </a:ln>
          </p:spPr>
        </p:pic>
        <p:pic>
          <p:nvPicPr>
            <p:cNvPr id="87" name="Google Shape;87;p8"/>
            <p:cNvPicPr preferRelativeResize="0"/>
            <p:nvPr/>
          </p:nvPicPr>
          <p:blipFill>
            <a:blip r:embed="rId10">
              <a:alphaModFix/>
            </a:blip>
            <a:stretch>
              <a:fillRect/>
            </a:stretch>
          </p:blipFill>
          <p:spPr>
            <a:xfrm flipH="1">
              <a:off x="3795591" y="-617227"/>
              <a:ext cx="2306595" cy="1244874"/>
            </a:xfrm>
            <a:prstGeom prst="rect">
              <a:avLst/>
            </a:prstGeom>
            <a:noFill/>
            <a:ln>
              <a:noFill/>
            </a:ln>
          </p:spPr>
        </p:pic>
        <p:pic>
          <p:nvPicPr>
            <p:cNvPr id="88" name="Google Shape;88;p8"/>
            <p:cNvPicPr preferRelativeResize="0"/>
            <p:nvPr/>
          </p:nvPicPr>
          <p:blipFill>
            <a:blip r:embed="rId7">
              <a:alphaModFix/>
            </a:blip>
            <a:stretch>
              <a:fillRect/>
            </a:stretch>
          </p:blipFill>
          <p:spPr>
            <a:xfrm rot="5400000" flipH="1">
              <a:off x="-190108" y="4282349"/>
              <a:ext cx="2225531" cy="1201124"/>
            </a:xfrm>
            <a:prstGeom prst="rect">
              <a:avLst/>
            </a:prstGeom>
            <a:noFill/>
            <a:ln>
              <a:noFill/>
            </a:ln>
          </p:spPr>
        </p:pic>
        <p:pic>
          <p:nvPicPr>
            <p:cNvPr id="89" name="Google Shape;89;p8"/>
            <p:cNvPicPr preferRelativeResize="0"/>
            <p:nvPr/>
          </p:nvPicPr>
          <p:blipFill>
            <a:blip r:embed="rId6">
              <a:alphaModFix/>
            </a:blip>
            <a:stretch>
              <a:fillRect/>
            </a:stretch>
          </p:blipFill>
          <p:spPr>
            <a:xfrm flipH="1">
              <a:off x="1561313" y="-231188"/>
              <a:ext cx="1821549" cy="1095725"/>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0"/>
        <p:cNvGrpSpPr/>
        <p:nvPr/>
      </p:nvGrpSpPr>
      <p:grpSpPr>
        <a:xfrm>
          <a:off x="0" y="0"/>
          <a:ext cx="0" cy="0"/>
          <a:chOff x="0" y="0"/>
          <a:chExt cx="0" cy="0"/>
        </a:xfrm>
      </p:grpSpPr>
      <p:grpSp>
        <p:nvGrpSpPr>
          <p:cNvPr id="91" name="Google Shape;91;p9"/>
          <p:cNvGrpSpPr/>
          <p:nvPr/>
        </p:nvGrpSpPr>
        <p:grpSpPr>
          <a:xfrm>
            <a:off x="-704722" y="-1291200"/>
            <a:ext cx="10979224" cy="9534163"/>
            <a:chOff x="-704722" y="-1291200"/>
            <a:chExt cx="10979224" cy="9534163"/>
          </a:xfrm>
        </p:grpSpPr>
        <p:pic>
          <p:nvPicPr>
            <p:cNvPr id="92" name="Google Shape;92;p9"/>
            <p:cNvPicPr preferRelativeResize="0"/>
            <p:nvPr/>
          </p:nvPicPr>
          <p:blipFill>
            <a:blip r:embed="rId2">
              <a:alphaModFix/>
            </a:blip>
            <a:stretch>
              <a:fillRect/>
            </a:stretch>
          </p:blipFill>
          <p:spPr>
            <a:xfrm rot="-5400000" flipH="1">
              <a:off x="3497967" y="4278050"/>
              <a:ext cx="4951375" cy="2978450"/>
            </a:xfrm>
            <a:prstGeom prst="rect">
              <a:avLst/>
            </a:prstGeom>
            <a:noFill/>
            <a:ln>
              <a:noFill/>
            </a:ln>
          </p:spPr>
        </p:pic>
        <p:grpSp>
          <p:nvGrpSpPr>
            <p:cNvPr id="93" name="Google Shape;93;p9"/>
            <p:cNvGrpSpPr/>
            <p:nvPr/>
          </p:nvGrpSpPr>
          <p:grpSpPr>
            <a:xfrm flipH="1">
              <a:off x="2469968" y="-1291200"/>
              <a:ext cx="7007356" cy="5896073"/>
              <a:chOff x="-288544" y="-1291200"/>
              <a:chExt cx="7007356" cy="5896073"/>
            </a:xfrm>
          </p:grpSpPr>
          <p:pic>
            <p:nvPicPr>
              <p:cNvPr id="94" name="Google Shape;94;p9"/>
              <p:cNvPicPr preferRelativeResize="0"/>
              <p:nvPr/>
            </p:nvPicPr>
            <p:blipFill>
              <a:blip r:embed="rId3">
                <a:alphaModFix/>
              </a:blip>
              <a:stretch>
                <a:fillRect/>
              </a:stretch>
            </p:blipFill>
            <p:spPr>
              <a:xfrm flipH="1">
                <a:off x="-288544" y="3403749"/>
                <a:ext cx="2225531" cy="1201124"/>
              </a:xfrm>
              <a:prstGeom prst="rect">
                <a:avLst/>
              </a:prstGeom>
              <a:noFill/>
              <a:ln>
                <a:noFill/>
              </a:ln>
            </p:spPr>
          </p:pic>
          <p:pic>
            <p:nvPicPr>
              <p:cNvPr id="95" name="Google Shape;95;p9"/>
              <p:cNvPicPr preferRelativeResize="0"/>
              <p:nvPr/>
            </p:nvPicPr>
            <p:blipFill>
              <a:blip r:embed="rId4">
                <a:alphaModFix/>
              </a:blip>
              <a:stretch>
                <a:fillRect/>
              </a:stretch>
            </p:blipFill>
            <p:spPr>
              <a:xfrm>
                <a:off x="2172187" y="-1291200"/>
                <a:ext cx="4546625" cy="2734975"/>
              </a:xfrm>
              <a:prstGeom prst="rect">
                <a:avLst/>
              </a:prstGeom>
              <a:noFill/>
              <a:ln>
                <a:noFill/>
              </a:ln>
            </p:spPr>
          </p:pic>
        </p:grpSp>
        <p:grpSp>
          <p:nvGrpSpPr>
            <p:cNvPr id="96" name="Google Shape;96;p9"/>
            <p:cNvGrpSpPr/>
            <p:nvPr/>
          </p:nvGrpSpPr>
          <p:grpSpPr>
            <a:xfrm flipH="1">
              <a:off x="-338286" y="3913656"/>
              <a:ext cx="9306690" cy="1395494"/>
              <a:chOff x="220375" y="3913656"/>
              <a:chExt cx="9306690" cy="1395494"/>
            </a:xfrm>
          </p:grpSpPr>
          <p:pic>
            <p:nvPicPr>
              <p:cNvPr id="97" name="Google Shape;97;p9"/>
              <p:cNvPicPr preferRelativeResize="0"/>
              <p:nvPr/>
            </p:nvPicPr>
            <p:blipFill>
              <a:blip r:embed="rId5">
                <a:alphaModFix/>
              </a:blip>
              <a:stretch>
                <a:fillRect/>
              </a:stretch>
            </p:blipFill>
            <p:spPr>
              <a:xfrm>
                <a:off x="7228091" y="3913656"/>
                <a:ext cx="2298975" cy="1382928"/>
              </a:xfrm>
              <a:prstGeom prst="rect">
                <a:avLst/>
              </a:prstGeom>
              <a:noFill/>
              <a:ln>
                <a:noFill/>
              </a:ln>
            </p:spPr>
          </p:pic>
          <p:pic>
            <p:nvPicPr>
              <p:cNvPr id="98" name="Google Shape;98;p9"/>
              <p:cNvPicPr preferRelativeResize="0"/>
              <p:nvPr/>
            </p:nvPicPr>
            <p:blipFill>
              <a:blip r:embed="rId6">
                <a:alphaModFix/>
              </a:blip>
              <a:stretch>
                <a:fillRect/>
              </a:stretch>
            </p:blipFill>
            <p:spPr>
              <a:xfrm rot="10800000">
                <a:off x="220375" y="4379900"/>
                <a:ext cx="1544775" cy="929250"/>
              </a:xfrm>
              <a:prstGeom prst="rect">
                <a:avLst/>
              </a:prstGeom>
              <a:noFill/>
              <a:ln>
                <a:noFill/>
              </a:ln>
            </p:spPr>
          </p:pic>
        </p:grpSp>
        <p:grpSp>
          <p:nvGrpSpPr>
            <p:cNvPr id="99" name="Google Shape;99;p9"/>
            <p:cNvGrpSpPr/>
            <p:nvPr/>
          </p:nvGrpSpPr>
          <p:grpSpPr>
            <a:xfrm flipH="1">
              <a:off x="-704722" y="-305839"/>
              <a:ext cx="10979224" cy="3834413"/>
              <a:chOff x="-1085722" y="-305839"/>
              <a:chExt cx="10979224" cy="3834413"/>
            </a:xfrm>
          </p:grpSpPr>
          <p:pic>
            <p:nvPicPr>
              <p:cNvPr id="100" name="Google Shape;100;p9"/>
              <p:cNvPicPr preferRelativeResize="0"/>
              <p:nvPr/>
            </p:nvPicPr>
            <p:blipFill>
              <a:blip r:embed="rId7">
                <a:alphaModFix/>
              </a:blip>
              <a:stretch>
                <a:fillRect/>
              </a:stretch>
            </p:blipFill>
            <p:spPr>
              <a:xfrm rot="-5400000">
                <a:off x="-773534" y="-618026"/>
                <a:ext cx="1943350" cy="2567726"/>
              </a:xfrm>
              <a:prstGeom prst="rect">
                <a:avLst/>
              </a:prstGeom>
              <a:noFill/>
              <a:ln>
                <a:noFill/>
              </a:ln>
            </p:spPr>
          </p:pic>
          <p:pic>
            <p:nvPicPr>
              <p:cNvPr id="101" name="Google Shape;101;p9"/>
              <p:cNvPicPr preferRelativeResize="0"/>
              <p:nvPr/>
            </p:nvPicPr>
            <p:blipFill>
              <a:blip r:embed="rId7">
                <a:alphaModFix/>
              </a:blip>
              <a:stretch>
                <a:fillRect/>
              </a:stretch>
            </p:blipFill>
            <p:spPr>
              <a:xfrm>
                <a:off x="8690026" y="1938450"/>
                <a:ext cx="1203476" cy="1590125"/>
              </a:xfrm>
              <a:prstGeom prst="rect">
                <a:avLst/>
              </a:prstGeom>
              <a:noFill/>
              <a:ln>
                <a:noFill/>
              </a:ln>
            </p:spPr>
          </p:pic>
        </p:grpSp>
      </p:grpSp>
      <p:sp>
        <p:nvSpPr>
          <p:cNvPr id="102" name="Google Shape;102;p9"/>
          <p:cNvSpPr txBox="1">
            <a:spLocks noGrp="1"/>
          </p:cNvSpPr>
          <p:nvPr>
            <p:ph type="title"/>
          </p:nvPr>
        </p:nvSpPr>
        <p:spPr>
          <a:xfrm>
            <a:off x="2241425" y="1716513"/>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03" name="Google Shape;103;p9"/>
          <p:cNvSpPr txBox="1">
            <a:spLocks noGrp="1"/>
          </p:cNvSpPr>
          <p:nvPr>
            <p:ph type="subTitle" idx="1"/>
          </p:nvPr>
        </p:nvSpPr>
        <p:spPr>
          <a:xfrm>
            <a:off x="2241475" y="2592013"/>
            <a:ext cx="4661100" cy="105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04" name="Google Shape;104;p9"/>
          <p:cNvGrpSpPr/>
          <p:nvPr/>
        </p:nvGrpSpPr>
        <p:grpSpPr>
          <a:xfrm flipH="1">
            <a:off x="-462046" y="534990"/>
            <a:ext cx="2883538" cy="4293923"/>
            <a:chOff x="6767288" y="534990"/>
            <a:chExt cx="2883538" cy="4293923"/>
          </a:xfrm>
        </p:grpSpPr>
        <p:pic>
          <p:nvPicPr>
            <p:cNvPr id="105" name="Google Shape;105;p9"/>
            <p:cNvPicPr preferRelativeResize="0"/>
            <p:nvPr/>
          </p:nvPicPr>
          <p:blipFill rotWithShape="1">
            <a:blip r:embed="rId8">
              <a:alphaModFix/>
            </a:blip>
            <a:srcRect t="2281" b="2271"/>
            <a:stretch/>
          </p:blipFill>
          <p:spPr>
            <a:xfrm>
              <a:off x="6767288" y="4381312"/>
              <a:ext cx="448778" cy="447601"/>
            </a:xfrm>
            <a:prstGeom prst="rect">
              <a:avLst/>
            </a:prstGeom>
            <a:noFill/>
            <a:ln>
              <a:noFill/>
            </a:ln>
          </p:spPr>
        </p:pic>
        <p:pic>
          <p:nvPicPr>
            <p:cNvPr id="106" name="Google Shape;106;p9"/>
            <p:cNvPicPr preferRelativeResize="0"/>
            <p:nvPr/>
          </p:nvPicPr>
          <p:blipFill rotWithShape="1">
            <a:blip r:embed="rId9">
              <a:alphaModFix/>
            </a:blip>
            <a:srcRect t="1774" b="1765"/>
            <a:stretch/>
          </p:blipFill>
          <p:spPr>
            <a:xfrm>
              <a:off x="8645049" y="534990"/>
              <a:ext cx="1005777" cy="100320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7"/>
        <p:cNvGrpSpPr/>
        <p:nvPr/>
      </p:nvGrpSpPr>
      <p:grpSpPr>
        <a:xfrm>
          <a:off x="0" y="0"/>
          <a:ext cx="0" cy="0"/>
          <a:chOff x="0" y="0"/>
          <a:chExt cx="0" cy="0"/>
        </a:xfrm>
      </p:grpSpPr>
      <p:sp>
        <p:nvSpPr>
          <p:cNvPr id="108" name="Google Shape;108;p10"/>
          <p:cNvSpPr>
            <a:spLocks noGrp="1"/>
          </p:cNvSpPr>
          <p:nvPr>
            <p:ph type="pic" idx="2"/>
          </p:nvPr>
        </p:nvSpPr>
        <p:spPr>
          <a:xfrm>
            <a:off x="-47700" y="-85800"/>
            <a:ext cx="9239400" cy="5315100"/>
          </a:xfrm>
          <a:prstGeom prst="rect">
            <a:avLst/>
          </a:prstGeom>
          <a:noFill/>
          <a:ln>
            <a:noFill/>
          </a:ln>
        </p:spPr>
      </p:sp>
      <p:sp>
        <p:nvSpPr>
          <p:cNvPr id="109" name="Google Shape;109;p10"/>
          <p:cNvSpPr txBox="1">
            <a:spLocks noGrp="1"/>
          </p:cNvSpPr>
          <p:nvPr>
            <p:ph type="title"/>
          </p:nvPr>
        </p:nvSpPr>
        <p:spPr>
          <a:xfrm>
            <a:off x="715100" y="4038275"/>
            <a:ext cx="7713600" cy="570300"/>
          </a:xfrm>
          <a:prstGeom prst="rect">
            <a:avLst/>
          </a:prstGeom>
          <a:solidFill>
            <a:schemeClr val="lt1"/>
          </a:solidFill>
        </p:spPr>
        <p:txBody>
          <a:bodyPr spcFirstLastPara="1" wrap="square" lIns="91425" tIns="91425" rIns="91425" bIns="91425" anchor="b"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18"/>
        <p:cNvGrpSpPr/>
        <p:nvPr/>
      </p:nvGrpSpPr>
      <p:grpSpPr>
        <a:xfrm>
          <a:off x="0" y="0"/>
          <a:ext cx="0" cy="0"/>
          <a:chOff x="0" y="0"/>
          <a:chExt cx="0" cy="0"/>
        </a:xfrm>
      </p:grpSpPr>
      <p:grpSp>
        <p:nvGrpSpPr>
          <p:cNvPr id="119" name="Google Shape;119;p13"/>
          <p:cNvGrpSpPr/>
          <p:nvPr/>
        </p:nvGrpSpPr>
        <p:grpSpPr>
          <a:xfrm>
            <a:off x="659599" y="311206"/>
            <a:ext cx="8509101" cy="5181933"/>
            <a:chOff x="659599" y="311206"/>
            <a:chExt cx="8509101" cy="5181933"/>
          </a:xfrm>
        </p:grpSpPr>
        <p:pic>
          <p:nvPicPr>
            <p:cNvPr id="120" name="Google Shape;120;p13"/>
            <p:cNvPicPr preferRelativeResize="0"/>
            <p:nvPr/>
          </p:nvPicPr>
          <p:blipFill rotWithShape="1">
            <a:blip r:embed="rId2">
              <a:alphaModFix/>
            </a:blip>
            <a:srcRect/>
            <a:stretch/>
          </p:blipFill>
          <p:spPr>
            <a:xfrm>
              <a:off x="659599" y="4608497"/>
              <a:ext cx="855475" cy="884643"/>
            </a:xfrm>
            <a:prstGeom prst="rect">
              <a:avLst/>
            </a:prstGeom>
            <a:noFill/>
            <a:ln>
              <a:noFill/>
            </a:ln>
          </p:spPr>
        </p:pic>
        <p:pic>
          <p:nvPicPr>
            <p:cNvPr id="121" name="Google Shape;121;p13"/>
            <p:cNvPicPr preferRelativeResize="0"/>
            <p:nvPr/>
          </p:nvPicPr>
          <p:blipFill>
            <a:blip r:embed="rId3">
              <a:alphaModFix/>
            </a:blip>
            <a:stretch>
              <a:fillRect/>
            </a:stretch>
          </p:blipFill>
          <p:spPr>
            <a:xfrm>
              <a:off x="7076800" y="311206"/>
              <a:ext cx="2091899" cy="1527106"/>
            </a:xfrm>
            <a:prstGeom prst="rect">
              <a:avLst/>
            </a:prstGeom>
            <a:noFill/>
            <a:ln>
              <a:noFill/>
            </a:ln>
          </p:spPr>
        </p:pic>
      </p:grpSp>
      <p:grpSp>
        <p:nvGrpSpPr>
          <p:cNvPr id="122" name="Google Shape;122;p13"/>
          <p:cNvGrpSpPr/>
          <p:nvPr/>
        </p:nvGrpSpPr>
        <p:grpSpPr>
          <a:xfrm>
            <a:off x="-1082625" y="-1900800"/>
            <a:ext cx="12924298" cy="8595158"/>
            <a:chOff x="-1082625" y="-1900800"/>
            <a:chExt cx="12924298" cy="8595158"/>
          </a:xfrm>
        </p:grpSpPr>
        <p:pic>
          <p:nvPicPr>
            <p:cNvPr id="123" name="Google Shape;123;p13"/>
            <p:cNvPicPr preferRelativeResize="0"/>
            <p:nvPr/>
          </p:nvPicPr>
          <p:blipFill>
            <a:blip r:embed="rId4">
              <a:alphaModFix/>
            </a:blip>
            <a:stretch>
              <a:fillRect/>
            </a:stretch>
          </p:blipFill>
          <p:spPr>
            <a:xfrm rot="5400000">
              <a:off x="7430206" y="1178575"/>
              <a:ext cx="4951375" cy="2978450"/>
            </a:xfrm>
            <a:prstGeom prst="rect">
              <a:avLst/>
            </a:prstGeom>
            <a:noFill/>
            <a:ln>
              <a:noFill/>
            </a:ln>
          </p:spPr>
        </p:pic>
        <p:grpSp>
          <p:nvGrpSpPr>
            <p:cNvPr id="124" name="Google Shape;124;p13"/>
            <p:cNvGrpSpPr/>
            <p:nvPr/>
          </p:nvGrpSpPr>
          <p:grpSpPr>
            <a:xfrm>
              <a:off x="-1082625" y="2899800"/>
              <a:ext cx="12924298" cy="3794558"/>
              <a:chOff x="-1082625" y="2899800"/>
              <a:chExt cx="12924298" cy="3794558"/>
            </a:xfrm>
          </p:grpSpPr>
          <p:pic>
            <p:nvPicPr>
              <p:cNvPr id="125" name="Google Shape;125;p13"/>
              <p:cNvPicPr preferRelativeResize="0"/>
              <p:nvPr/>
            </p:nvPicPr>
            <p:blipFill>
              <a:blip r:embed="rId5">
                <a:alphaModFix/>
              </a:blip>
              <a:stretch>
                <a:fillRect/>
              </a:stretch>
            </p:blipFill>
            <p:spPr>
              <a:xfrm>
                <a:off x="7621349" y="4155658"/>
                <a:ext cx="4220324" cy="2538700"/>
              </a:xfrm>
              <a:prstGeom prst="rect">
                <a:avLst/>
              </a:prstGeom>
              <a:noFill/>
              <a:ln>
                <a:noFill/>
              </a:ln>
            </p:spPr>
          </p:pic>
          <p:pic>
            <p:nvPicPr>
              <p:cNvPr id="126" name="Google Shape;126;p13"/>
              <p:cNvPicPr preferRelativeResize="0"/>
              <p:nvPr/>
            </p:nvPicPr>
            <p:blipFill>
              <a:blip r:embed="rId6">
                <a:alphaModFix/>
              </a:blip>
              <a:stretch>
                <a:fillRect/>
              </a:stretch>
            </p:blipFill>
            <p:spPr>
              <a:xfrm rot="10800000">
                <a:off x="-1082625" y="2899800"/>
                <a:ext cx="1544775" cy="929250"/>
              </a:xfrm>
              <a:prstGeom prst="rect">
                <a:avLst/>
              </a:prstGeom>
              <a:noFill/>
              <a:ln>
                <a:noFill/>
              </a:ln>
            </p:spPr>
          </p:pic>
        </p:grpSp>
        <p:grpSp>
          <p:nvGrpSpPr>
            <p:cNvPr id="127" name="Google Shape;127;p13"/>
            <p:cNvGrpSpPr/>
            <p:nvPr/>
          </p:nvGrpSpPr>
          <p:grpSpPr>
            <a:xfrm>
              <a:off x="5603137" y="-1900800"/>
              <a:ext cx="4637169" cy="6886673"/>
              <a:chOff x="5603137" y="-1900800"/>
              <a:chExt cx="4637169" cy="6886673"/>
            </a:xfrm>
          </p:grpSpPr>
          <p:pic>
            <p:nvPicPr>
              <p:cNvPr id="128" name="Google Shape;128;p13"/>
              <p:cNvPicPr preferRelativeResize="0"/>
              <p:nvPr/>
            </p:nvPicPr>
            <p:blipFill>
              <a:blip r:embed="rId7">
                <a:alphaModFix/>
              </a:blip>
              <a:stretch>
                <a:fillRect/>
              </a:stretch>
            </p:blipFill>
            <p:spPr>
              <a:xfrm>
                <a:off x="5603137" y="-1900800"/>
                <a:ext cx="4546625" cy="2734975"/>
              </a:xfrm>
              <a:prstGeom prst="rect">
                <a:avLst/>
              </a:prstGeom>
              <a:noFill/>
              <a:ln>
                <a:noFill/>
              </a:ln>
            </p:spPr>
          </p:pic>
          <p:pic>
            <p:nvPicPr>
              <p:cNvPr id="129" name="Google Shape;129;p13"/>
              <p:cNvPicPr preferRelativeResize="0"/>
              <p:nvPr/>
            </p:nvPicPr>
            <p:blipFill>
              <a:blip r:embed="rId8">
                <a:alphaModFix/>
              </a:blip>
              <a:stretch>
                <a:fillRect/>
              </a:stretch>
            </p:blipFill>
            <p:spPr>
              <a:xfrm>
                <a:off x="8014775" y="3784749"/>
                <a:ext cx="2225531" cy="1201124"/>
              </a:xfrm>
              <a:prstGeom prst="rect">
                <a:avLst/>
              </a:prstGeom>
              <a:noFill/>
              <a:ln>
                <a:noFill/>
              </a:ln>
            </p:spPr>
          </p:pic>
        </p:grpSp>
        <p:grpSp>
          <p:nvGrpSpPr>
            <p:cNvPr id="130" name="Google Shape;130;p13"/>
            <p:cNvGrpSpPr/>
            <p:nvPr/>
          </p:nvGrpSpPr>
          <p:grpSpPr>
            <a:xfrm>
              <a:off x="-975224" y="311200"/>
              <a:ext cx="9933324" cy="5113300"/>
              <a:chOff x="-975224" y="311200"/>
              <a:chExt cx="9933324" cy="5113300"/>
            </a:xfrm>
          </p:grpSpPr>
          <p:pic>
            <p:nvPicPr>
              <p:cNvPr id="131" name="Google Shape;131;p13"/>
              <p:cNvPicPr preferRelativeResize="0"/>
              <p:nvPr/>
            </p:nvPicPr>
            <p:blipFill rotWithShape="1">
              <a:blip r:embed="rId9">
                <a:alphaModFix/>
              </a:blip>
              <a:srcRect t="2281" b="2271"/>
              <a:stretch/>
            </p:blipFill>
            <p:spPr>
              <a:xfrm>
                <a:off x="8509322" y="311200"/>
                <a:ext cx="448778" cy="447601"/>
              </a:xfrm>
              <a:prstGeom prst="rect">
                <a:avLst/>
              </a:prstGeom>
              <a:noFill/>
              <a:ln>
                <a:noFill/>
              </a:ln>
            </p:spPr>
          </p:pic>
          <p:pic>
            <p:nvPicPr>
              <p:cNvPr id="132" name="Google Shape;132;p13"/>
              <p:cNvPicPr preferRelativeResize="0"/>
              <p:nvPr/>
            </p:nvPicPr>
            <p:blipFill>
              <a:blip r:embed="rId10">
                <a:alphaModFix/>
              </a:blip>
              <a:stretch>
                <a:fillRect/>
              </a:stretch>
            </p:blipFill>
            <p:spPr>
              <a:xfrm rot="5400000">
                <a:off x="-763999" y="3898500"/>
                <a:ext cx="1314774" cy="1737225"/>
              </a:xfrm>
              <a:prstGeom prst="rect">
                <a:avLst/>
              </a:prstGeom>
              <a:noFill/>
              <a:ln>
                <a:noFill/>
              </a:ln>
            </p:spPr>
          </p:pic>
        </p:grpSp>
      </p:grpSp>
      <p:sp>
        <p:nvSpPr>
          <p:cNvPr id="133" name="Google Shape;133;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4" name="Google Shape;134;p13"/>
          <p:cNvSpPr txBox="1">
            <a:spLocks noGrp="1"/>
          </p:cNvSpPr>
          <p:nvPr>
            <p:ph type="title" idx="2" hasCustomPrompt="1"/>
          </p:nvPr>
        </p:nvSpPr>
        <p:spPr>
          <a:xfrm>
            <a:off x="715100" y="1416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0">
                <a:latin typeface="Inter Tight Black"/>
                <a:ea typeface="Inter Tight Black"/>
                <a:cs typeface="Inter Tight Black"/>
                <a:sym typeface="Inter Tigh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a:spLocks noGrp="1"/>
          </p:cNvSpPr>
          <p:nvPr>
            <p:ph type="title" idx="3" hasCustomPrompt="1"/>
          </p:nvPr>
        </p:nvSpPr>
        <p:spPr>
          <a:xfrm>
            <a:off x="715100" y="31124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0">
                <a:latin typeface="Inter Tight Black"/>
                <a:ea typeface="Inter Tight Black"/>
                <a:cs typeface="Inter Tight Black"/>
                <a:sym typeface="Inter Tigh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6" name="Google Shape;136;p13"/>
          <p:cNvSpPr txBox="1">
            <a:spLocks noGrp="1"/>
          </p:cNvSpPr>
          <p:nvPr>
            <p:ph type="title" idx="4" hasCustomPrompt="1"/>
          </p:nvPr>
        </p:nvSpPr>
        <p:spPr>
          <a:xfrm>
            <a:off x="3528600" y="1416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0">
                <a:latin typeface="Inter Tight Black"/>
                <a:ea typeface="Inter Tight Black"/>
                <a:cs typeface="Inter Tight Black"/>
                <a:sym typeface="Inter Tigh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 name="Google Shape;137;p13"/>
          <p:cNvSpPr txBox="1">
            <a:spLocks noGrp="1"/>
          </p:cNvSpPr>
          <p:nvPr>
            <p:ph type="title" idx="5" hasCustomPrompt="1"/>
          </p:nvPr>
        </p:nvSpPr>
        <p:spPr>
          <a:xfrm>
            <a:off x="3528600" y="31124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0">
                <a:latin typeface="Inter Tight Black"/>
                <a:ea typeface="Inter Tight Black"/>
                <a:cs typeface="Inter Tight Black"/>
                <a:sym typeface="Inter Tigh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8" name="Google Shape;138;p13"/>
          <p:cNvSpPr txBox="1">
            <a:spLocks noGrp="1"/>
          </p:cNvSpPr>
          <p:nvPr>
            <p:ph type="title" idx="6" hasCustomPrompt="1"/>
          </p:nvPr>
        </p:nvSpPr>
        <p:spPr>
          <a:xfrm>
            <a:off x="6342100" y="1416373"/>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0">
                <a:latin typeface="Inter Tight Black"/>
                <a:ea typeface="Inter Tight Black"/>
                <a:cs typeface="Inter Tight Black"/>
                <a:sym typeface="Inter Tigh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9" name="Google Shape;139;p13"/>
          <p:cNvSpPr txBox="1">
            <a:spLocks noGrp="1"/>
          </p:cNvSpPr>
          <p:nvPr>
            <p:ph type="title" idx="7" hasCustomPrompt="1"/>
          </p:nvPr>
        </p:nvSpPr>
        <p:spPr>
          <a:xfrm>
            <a:off x="6342100" y="3112427"/>
            <a:ext cx="734700" cy="5727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b="0">
                <a:latin typeface="Inter Tight Black"/>
                <a:ea typeface="Inter Tight Black"/>
                <a:cs typeface="Inter Tight Black"/>
                <a:sym typeface="Inter Tight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0" name="Google Shape;140;p13"/>
          <p:cNvSpPr txBox="1">
            <a:spLocks noGrp="1"/>
          </p:cNvSpPr>
          <p:nvPr>
            <p:ph type="subTitle" idx="1"/>
          </p:nvPr>
        </p:nvSpPr>
        <p:spPr>
          <a:xfrm>
            <a:off x="715100" y="1988950"/>
            <a:ext cx="2086800" cy="67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Inter Tight"/>
                <a:ea typeface="Inter Tight"/>
                <a:cs typeface="Inter Tight"/>
                <a:sym typeface="Inter Tigh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41" name="Google Shape;141;p13"/>
          <p:cNvSpPr txBox="1">
            <a:spLocks noGrp="1"/>
          </p:cNvSpPr>
          <p:nvPr>
            <p:ph type="subTitle" idx="8"/>
          </p:nvPr>
        </p:nvSpPr>
        <p:spPr>
          <a:xfrm>
            <a:off x="3528600" y="1988950"/>
            <a:ext cx="2086800" cy="67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Inter Tight"/>
                <a:ea typeface="Inter Tight"/>
                <a:cs typeface="Inter Tight"/>
                <a:sym typeface="Inter Tigh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42" name="Google Shape;142;p13"/>
          <p:cNvSpPr txBox="1">
            <a:spLocks noGrp="1"/>
          </p:cNvSpPr>
          <p:nvPr>
            <p:ph type="subTitle" idx="9"/>
          </p:nvPr>
        </p:nvSpPr>
        <p:spPr>
          <a:xfrm>
            <a:off x="6342100" y="1988950"/>
            <a:ext cx="2086800" cy="67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Inter Tight"/>
                <a:ea typeface="Inter Tight"/>
                <a:cs typeface="Inter Tight"/>
                <a:sym typeface="Inter Tigh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43" name="Google Shape;143;p13"/>
          <p:cNvSpPr txBox="1">
            <a:spLocks noGrp="1"/>
          </p:cNvSpPr>
          <p:nvPr>
            <p:ph type="subTitle" idx="13"/>
          </p:nvPr>
        </p:nvSpPr>
        <p:spPr>
          <a:xfrm>
            <a:off x="715100" y="3685125"/>
            <a:ext cx="2086800" cy="67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Inter Tight"/>
                <a:ea typeface="Inter Tight"/>
                <a:cs typeface="Inter Tight"/>
                <a:sym typeface="Inter Tigh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44" name="Google Shape;144;p13"/>
          <p:cNvSpPr txBox="1">
            <a:spLocks noGrp="1"/>
          </p:cNvSpPr>
          <p:nvPr>
            <p:ph type="subTitle" idx="14"/>
          </p:nvPr>
        </p:nvSpPr>
        <p:spPr>
          <a:xfrm>
            <a:off x="3528600" y="3685125"/>
            <a:ext cx="2086800" cy="67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Inter Tight"/>
                <a:ea typeface="Inter Tight"/>
                <a:cs typeface="Inter Tight"/>
                <a:sym typeface="Inter Tigh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
        <p:nvSpPr>
          <p:cNvPr id="145" name="Google Shape;145;p13"/>
          <p:cNvSpPr txBox="1">
            <a:spLocks noGrp="1"/>
          </p:cNvSpPr>
          <p:nvPr>
            <p:ph type="subTitle" idx="15"/>
          </p:nvPr>
        </p:nvSpPr>
        <p:spPr>
          <a:xfrm>
            <a:off x="6342100" y="3685125"/>
            <a:ext cx="2086800" cy="67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Raleway"/>
              <a:buNone/>
              <a:defRPr sz="1800" b="1">
                <a:solidFill>
                  <a:schemeClr val="dk1"/>
                </a:solidFill>
                <a:latin typeface="Inter Tight"/>
                <a:ea typeface="Inter Tight"/>
                <a:cs typeface="Inter Tight"/>
                <a:sym typeface="Inter Tight"/>
              </a:defRPr>
            </a:lvl1pPr>
            <a:lvl2pPr lvl="1" rtl="0">
              <a:lnSpc>
                <a:spcPct val="100000"/>
              </a:lnSpc>
              <a:spcBef>
                <a:spcPts val="0"/>
              </a:spcBef>
              <a:spcAft>
                <a:spcPts val="0"/>
              </a:spcAft>
              <a:buSzPts val="2000"/>
              <a:buFont typeface="Raleway"/>
              <a:buNone/>
              <a:defRPr sz="2000" b="1">
                <a:latin typeface="Raleway"/>
                <a:ea typeface="Raleway"/>
                <a:cs typeface="Raleway"/>
                <a:sym typeface="Raleway"/>
              </a:defRPr>
            </a:lvl2pPr>
            <a:lvl3pPr lvl="2" rtl="0">
              <a:lnSpc>
                <a:spcPct val="100000"/>
              </a:lnSpc>
              <a:spcBef>
                <a:spcPts val="0"/>
              </a:spcBef>
              <a:spcAft>
                <a:spcPts val="0"/>
              </a:spcAft>
              <a:buSzPts val="2000"/>
              <a:buFont typeface="Raleway"/>
              <a:buNone/>
              <a:defRPr sz="2000" b="1">
                <a:latin typeface="Raleway"/>
                <a:ea typeface="Raleway"/>
                <a:cs typeface="Raleway"/>
                <a:sym typeface="Raleway"/>
              </a:defRPr>
            </a:lvl3pPr>
            <a:lvl4pPr lvl="3" rtl="0">
              <a:lnSpc>
                <a:spcPct val="100000"/>
              </a:lnSpc>
              <a:spcBef>
                <a:spcPts val="0"/>
              </a:spcBef>
              <a:spcAft>
                <a:spcPts val="0"/>
              </a:spcAft>
              <a:buSzPts val="2000"/>
              <a:buFont typeface="Raleway"/>
              <a:buNone/>
              <a:defRPr sz="2000" b="1">
                <a:latin typeface="Raleway"/>
                <a:ea typeface="Raleway"/>
                <a:cs typeface="Raleway"/>
                <a:sym typeface="Raleway"/>
              </a:defRPr>
            </a:lvl4pPr>
            <a:lvl5pPr lvl="4" rtl="0">
              <a:lnSpc>
                <a:spcPct val="100000"/>
              </a:lnSpc>
              <a:spcBef>
                <a:spcPts val="0"/>
              </a:spcBef>
              <a:spcAft>
                <a:spcPts val="0"/>
              </a:spcAft>
              <a:buSzPts val="2000"/>
              <a:buFont typeface="Raleway"/>
              <a:buNone/>
              <a:defRPr sz="2000" b="1">
                <a:latin typeface="Raleway"/>
                <a:ea typeface="Raleway"/>
                <a:cs typeface="Raleway"/>
                <a:sym typeface="Raleway"/>
              </a:defRPr>
            </a:lvl5pPr>
            <a:lvl6pPr lvl="5" rtl="0">
              <a:lnSpc>
                <a:spcPct val="100000"/>
              </a:lnSpc>
              <a:spcBef>
                <a:spcPts val="0"/>
              </a:spcBef>
              <a:spcAft>
                <a:spcPts val="0"/>
              </a:spcAft>
              <a:buSzPts val="2000"/>
              <a:buFont typeface="Raleway"/>
              <a:buNone/>
              <a:defRPr sz="2000" b="1">
                <a:latin typeface="Raleway"/>
                <a:ea typeface="Raleway"/>
                <a:cs typeface="Raleway"/>
                <a:sym typeface="Raleway"/>
              </a:defRPr>
            </a:lvl6pPr>
            <a:lvl7pPr lvl="6" rtl="0">
              <a:lnSpc>
                <a:spcPct val="100000"/>
              </a:lnSpc>
              <a:spcBef>
                <a:spcPts val="0"/>
              </a:spcBef>
              <a:spcAft>
                <a:spcPts val="0"/>
              </a:spcAft>
              <a:buSzPts val="2000"/>
              <a:buFont typeface="Raleway"/>
              <a:buNone/>
              <a:defRPr sz="2000" b="1">
                <a:latin typeface="Raleway"/>
                <a:ea typeface="Raleway"/>
                <a:cs typeface="Raleway"/>
                <a:sym typeface="Raleway"/>
              </a:defRPr>
            </a:lvl7pPr>
            <a:lvl8pPr lvl="7" rtl="0">
              <a:lnSpc>
                <a:spcPct val="100000"/>
              </a:lnSpc>
              <a:spcBef>
                <a:spcPts val="0"/>
              </a:spcBef>
              <a:spcAft>
                <a:spcPts val="0"/>
              </a:spcAft>
              <a:buSzPts val="2000"/>
              <a:buFont typeface="Raleway"/>
              <a:buNone/>
              <a:defRPr sz="2000" b="1">
                <a:latin typeface="Raleway"/>
                <a:ea typeface="Raleway"/>
                <a:cs typeface="Raleway"/>
                <a:sym typeface="Raleway"/>
              </a:defRPr>
            </a:lvl8pPr>
            <a:lvl9pPr lvl="8" rtl="0">
              <a:lnSpc>
                <a:spcPct val="100000"/>
              </a:lnSpc>
              <a:spcBef>
                <a:spcPts val="0"/>
              </a:spcBef>
              <a:spcAft>
                <a:spcPts val="0"/>
              </a:spcAft>
              <a:buSzPts val="2000"/>
              <a:buFont typeface="Raleway"/>
              <a:buNone/>
              <a:defRPr sz="2000" b="1">
                <a:latin typeface="Raleway"/>
                <a:ea typeface="Raleway"/>
                <a:cs typeface="Raleway"/>
                <a:sym typeface="Raleway"/>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181"/>
        <p:cNvGrpSpPr/>
        <p:nvPr/>
      </p:nvGrpSpPr>
      <p:grpSpPr>
        <a:xfrm>
          <a:off x="0" y="0"/>
          <a:ext cx="0" cy="0"/>
          <a:chOff x="0" y="0"/>
          <a:chExt cx="0" cy="0"/>
        </a:xfrm>
      </p:grpSpPr>
      <p:sp>
        <p:nvSpPr>
          <p:cNvPr id="182" name="Google Shape;18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3" name="Google Shape;183;p17"/>
          <p:cNvSpPr txBox="1">
            <a:spLocks noGrp="1"/>
          </p:cNvSpPr>
          <p:nvPr>
            <p:ph type="subTitle" idx="1"/>
          </p:nvPr>
        </p:nvSpPr>
        <p:spPr>
          <a:xfrm>
            <a:off x="714975" y="2784300"/>
            <a:ext cx="24603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84" name="Google Shape;184;p17"/>
          <p:cNvSpPr txBox="1">
            <a:spLocks noGrp="1"/>
          </p:cNvSpPr>
          <p:nvPr>
            <p:ph type="subTitle" idx="2"/>
          </p:nvPr>
        </p:nvSpPr>
        <p:spPr>
          <a:xfrm>
            <a:off x="714975" y="3280800"/>
            <a:ext cx="2460300" cy="102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5" name="Google Shape;185;p17"/>
          <p:cNvSpPr txBox="1">
            <a:spLocks noGrp="1"/>
          </p:cNvSpPr>
          <p:nvPr>
            <p:ph type="subTitle" idx="3"/>
          </p:nvPr>
        </p:nvSpPr>
        <p:spPr>
          <a:xfrm>
            <a:off x="3341850" y="3280800"/>
            <a:ext cx="2460300" cy="102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6" name="Google Shape;186;p17"/>
          <p:cNvSpPr txBox="1">
            <a:spLocks noGrp="1"/>
          </p:cNvSpPr>
          <p:nvPr>
            <p:ph type="subTitle" idx="4"/>
          </p:nvPr>
        </p:nvSpPr>
        <p:spPr>
          <a:xfrm>
            <a:off x="5968950" y="3280800"/>
            <a:ext cx="2460300" cy="102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7" name="Google Shape;187;p17"/>
          <p:cNvSpPr txBox="1">
            <a:spLocks noGrp="1"/>
          </p:cNvSpPr>
          <p:nvPr>
            <p:ph type="subTitle" idx="5"/>
          </p:nvPr>
        </p:nvSpPr>
        <p:spPr>
          <a:xfrm>
            <a:off x="3341850" y="2784300"/>
            <a:ext cx="24603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88" name="Google Shape;188;p17"/>
          <p:cNvSpPr txBox="1">
            <a:spLocks noGrp="1"/>
          </p:cNvSpPr>
          <p:nvPr>
            <p:ph type="subTitle" idx="6"/>
          </p:nvPr>
        </p:nvSpPr>
        <p:spPr>
          <a:xfrm>
            <a:off x="5968950" y="2784300"/>
            <a:ext cx="2460300" cy="5727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grpSp>
        <p:nvGrpSpPr>
          <p:cNvPr id="189" name="Google Shape;189;p17"/>
          <p:cNvGrpSpPr/>
          <p:nvPr/>
        </p:nvGrpSpPr>
        <p:grpSpPr>
          <a:xfrm>
            <a:off x="-2430057" y="-1900800"/>
            <a:ext cx="14271730" cy="8595158"/>
            <a:chOff x="-2430057" y="-1900800"/>
            <a:chExt cx="14271730" cy="8595158"/>
          </a:xfrm>
        </p:grpSpPr>
        <p:pic>
          <p:nvPicPr>
            <p:cNvPr id="190" name="Google Shape;190;p17"/>
            <p:cNvPicPr preferRelativeResize="0"/>
            <p:nvPr/>
          </p:nvPicPr>
          <p:blipFill>
            <a:blip r:embed="rId2">
              <a:alphaModFix/>
            </a:blip>
            <a:stretch>
              <a:fillRect/>
            </a:stretch>
          </p:blipFill>
          <p:spPr>
            <a:xfrm rot="5400000">
              <a:off x="-3416519" y="1178575"/>
              <a:ext cx="4951375" cy="2978450"/>
            </a:xfrm>
            <a:prstGeom prst="rect">
              <a:avLst/>
            </a:prstGeom>
            <a:noFill/>
            <a:ln>
              <a:noFill/>
            </a:ln>
          </p:spPr>
        </p:pic>
        <p:pic>
          <p:nvPicPr>
            <p:cNvPr id="191" name="Google Shape;191;p17"/>
            <p:cNvPicPr preferRelativeResize="0"/>
            <p:nvPr/>
          </p:nvPicPr>
          <p:blipFill>
            <a:blip r:embed="rId3">
              <a:alphaModFix/>
            </a:blip>
            <a:stretch>
              <a:fillRect/>
            </a:stretch>
          </p:blipFill>
          <p:spPr>
            <a:xfrm>
              <a:off x="5603137" y="-1900800"/>
              <a:ext cx="4546625" cy="2734975"/>
            </a:xfrm>
            <a:prstGeom prst="rect">
              <a:avLst/>
            </a:prstGeom>
            <a:noFill/>
            <a:ln>
              <a:noFill/>
            </a:ln>
          </p:spPr>
        </p:pic>
        <p:pic>
          <p:nvPicPr>
            <p:cNvPr id="192" name="Google Shape;192;p17"/>
            <p:cNvPicPr preferRelativeResize="0"/>
            <p:nvPr/>
          </p:nvPicPr>
          <p:blipFill>
            <a:blip r:embed="rId4">
              <a:alphaModFix/>
            </a:blip>
            <a:stretch>
              <a:fillRect/>
            </a:stretch>
          </p:blipFill>
          <p:spPr>
            <a:xfrm>
              <a:off x="7621349" y="4155658"/>
              <a:ext cx="4220324" cy="2538700"/>
            </a:xfrm>
            <a:prstGeom prst="rect">
              <a:avLst/>
            </a:prstGeom>
            <a:noFill/>
            <a:ln>
              <a:noFill/>
            </a:ln>
          </p:spPr>
        </p:pic>
        <p:pic>
          <p:nvPicPr>
            <p:cNvPr id="193" name="Google Shape;193;p17"/>
            <p:cNvPicPr preferRelativeResize="0"/>
            <p:nvPr/>
          </p:nvPicPr>
          <p:blipFill>
            <a:blip r:embed="rId5">
              <a:alphaModFix/>
            </a:blip>
            <a:stretch>
              <a:fillRect/>
            </a:stretch>
          </p:blipFill>
          <p:spPr>
            <a:xfrm>
              <a:off x="8014775" y="3784749"/>
              <a:ext cx="2225531" cy="1201124"/>
            </a:xfrm>
            <a:prstGeom prst="rect">
              <a:avLst/>
            </a:prstGeom>
            <a:noFill/>
            <a:ln>
              <a:noFill/>
            </a:ln>
          </p:spPr>
        </p:pic>
      </p:grpSp>
      <p:pic>
        <p:nvPicPr>
          <p:cNvPr id="194" name="Google Shape;194;p17"/>
          <p:cNvPicPr preferRelativeResize="0"/>
          <p:nvPr/>
        </p:nvPicPr>
        <p:blipFill rotWithShape="1">
          <a:blip r:embed="rId6">
            <a:alphaModFix/>
          </a:blip>
          <a:srcRect/>
          <a:stretch/>
        </p:blipFill>
        <p:spPr>
          <a:xfrm rot="5400029">
            <a:off x="-1206042" y="3474321"/>
            <a:ext cx="2495900" cy="1822003"/>
          </a:xfrm>
          <a:prstGeom prst="rect">
            <a:avLst/>
          </a:prstGeom>
          <a:noFill/>
          <a:ln>
            <a:noFill/>
          </a:ln>
        </p:spPr>
      </p:pic>
      <p:pic>
        <p:nvPicPr>
          <p:cNvPr id="195" name="Google Shape;195;p17"/>
          <p:cNvPicPr preferRelativeResize="0"/>
          <p:nvPr/>
        </p:nvPicPr>
        <p:blipFill rotWithShape="1">
          <a:blip r:embed="rId7">
            <a:alphaModFix/>
          </a:blip>
          <a:srcRect t="2281" b="2271"/>
          <a:stretch/>
        </p:blipFill>
        <p:spPr>
          <a:xfrm>
            <a:off x="8509322" y="311200"/>
            <a:ext cx="448778" cy="44760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96"/>
        <p:cNvGrpSpPr/>
        <p:nvPr/>
      </p:nvGrpSpPr>
      <p:grpSpPr>
        <a:xfrm>
          <a:off x="0" y="0"/>
          <a:ext cx="0" cy="0"/>
          <a:chOff x="0" y="0"/>
          <a:chExt cx="0" cy="0"/>
        </a:xfrm>
      </p:grpSpPr>
      <p:sp>
        <p:nvSpPr>
          <p:cNvPr id="197" name="Google Shape;19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8" name="Google Shape;198;p18"/>
          <p:cNvSpPr txBox="1">
            <a:spLocks noGrp="1"/>
          </p:cNvSpPr>
          <p:nvPr>
            <p:ph type="subTitle" idx="1"/>
          </p:nvPr>
        </p:nvSpPr>
        <p:spPr>
          <a:xfrm>
            <a:off x="720000" y="1319950"/>
            <a:ext cx="2967000" cy="572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199" name="Google Shape;199;p18"/>
          <p:cNvSpPr txBox="1">
            <a:spLocks noGrp="1"/>
          </p:cNvSpPr>
          <p:nvPr>
            <p:ph type="subTitle" idx="2"/>
          </p:nvPr>
        </p:nvSpPr>
        <p:spPr>
          <a:xfrm>
            <a:off x="720001" y="181645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18"/>
          <p:cNvSpPr txBox="1">
            <a:spLocks noGrp="1"/>
          </p:cNvSpPr>
          <p:nvPr>
            <p:ph type="subTitle" idx="3"/>
          </p:nvPr>
        </p:nvSpPr>
        <p:spPr>
          <a:xfrm>
            <a:off x="4874327" y="181645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18"/>
          <p:cNvSpPr txBox="1">
            <a:spLocks noGrp="1"/>
          </p:cNvSpPr>
          <p:nvPr>
            <p:ph type="subTitle" idx="4"/>
          </p:nvPr>
        </p:nvSpPr>
        <p:spPr>
          <a:xfrm>
            <a:off x="720001" y="341695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18"/>
          <p:cNvSpPr txBox="1">
            <a:spLocks noGrp="1"/>
          </p:cNvSpPr>
          <p:nvPr>
            <p:ph type="subTitle" idx="5"/>
          </p:nvPr>
        </p:nvSpPr>
        <p:spPr>
          <a:xfrm>
            <a:off x="4874327" y="3416950"/>
            <a:ext cx="2967000" cy="1027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3" name="Google Shape;203;p18"/>
          <p:cNvSpPr txBox="1">
            <a:spLocks noGrp="1"/>
          </p:cNvSpPr>
          <p:nvPr>
            <p:ph type="subTitle" idx="6"/>
          </p:nvPr>
        </p:nvSpPr>
        <p:spPr>
          <a:xfrm>
            <a:off x="720000" y="2920450"/>
            <a:ext cx="2967000" cy="572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04" name="Google Shape;204;p18"/>
          <p:cNvSpPr txBox="1">
            <a:spLocks noGrp="1"/>
          </p:cNvSpPr>
          <p:nvPr>
            <p:ph type="subTitle" idx="7"/>
          </p:nvPr>
        </p:nvSpPr>
        <p:spPr>
          <a:xfrm>
            <a:off x="4874325" y="1319950"/>
            <a:ext cx="2967000" cy="572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sp>
        <p:nvSpPr>
          <p:cNvPr id="205" name="Google Shape;205;p18"/>
          <p:cNvSpPr txBox="1">
            <a:spLocks noGrp="1"/>
          </p:cNvSpPr>
          <p:nvPr>
            <p:ph type="subTitle" idx="8"/>
          </p:nvPr>
        </p:nvSpPr>
        <p:spPr>
          <a:xfrm>
            <a:off x="4874325" y="2920450"/>
            <a:ext cx="2967000" cy="572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Raleway"/>
              <a:buNone/>
              <a:defRPr sz="1800" b="1">
                <a:solidFill>
                  <a:schemeClr val="dk1"/>
                </a:solidFill>
                <a:latin typeface="Inter Tight"/>
                <a:ea typeface="Inter Tight"/>
                <a:cs typeface="Inter Tight"/>
                <a:sym typeface="Inter Tight"/>
              </a:defRPr>
            </a:lvl1pPr>
            <a:lvl2pPr lvl="1"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rtl="0">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a:endParaRPr/>
          </a:p>
        </p:txBody>
      </p:sp>
      <p:grpSp>
        <p:nvGrpSpPr>
          <p:cNvPr id="206" name="Google Shape;206;p18"/>
          <p:cNvGrpSpPr/>
          <p:nvPr/>
        </p:nvGrpSpPr>
        <p:grpSpPr>
          <a:xfrm flipH="1">
            <a:off x="-2623375" y="-65564"/>
            <a:ext cx="12010969" cy="5590075"/>
            <a:chOff x="-489775" y="-65564"/>
            <a:chExt cx="12010969" cy="5590075"/>
          </a:xfrm>
        </p:grpSpPr>
        <p:pic>
          <p:nvPicPr>
            <p:cNvPr id="207" name="Google Shape;207;p18"/>
            <p:cNvPicPr preferRelativeResize="0"/>
            <p:nvPr/>
          </p:nvPicPr>
          <p:blipFill>
            <a:blip r:embed="rId2">
              <a:alphaModFix/>
            </a:blip>
            <a:stretch>
              <a:fillRect/>
            </a:stretch>
          </p:blipFill>
          <p:spPr>
            <a:xfrm rot="5400000">
              <a:off x="7556281" y="1178575"/>
              <a:ext cx="4951375" cy="2978450"/>
            </a:xfrm>
            <a:prstGeom prst="rect">
              <a:avLst/>
            </a:prstGeom>
            <a:noFill/>
            <a:ln>
              <a:noFill/>
            </a:ln>
          </p:spPr>
        </p:pic>
        <p:pic>
          <p:nvPicPr>
            <p:cNvPr id="208" name="Google Shape;208;p18"/>
            <p:cNvPicPr preferRelativeResize="0"/>
            <p:nvPr/>
          </p:nvPicPr>
          <p:blipFill>
            <a:blip r:embed="rId3">
              <a:alphaModFix/>
            </a:blip>
            <a:stretch>
              <a:fillRect/>
            </a:stretch>
          </p:blipFill>
          <p:spPr>
            <a:xfrm rot="-5400000" flipH="1">
              <a:off x="-852687" y="4065875"/>
              <a:ext cx="1821549" cy="1095725"/>
            </a:xfrm>
            <a:prstGeom prst="rect">
              <a:avLst/>
            </a:prstGeom>
            <a:noFill/>
            <a:ln>
              <a:noFill/>
            </a:ln>
          </p:spPr>
        </p:pic>
        <p:pic>
          <p:nvPicPr>
            <p:cNvPr id="209" name="Google Shape;209;p18"/>
            <p:cNvPicPr preferRelativeResize="0"/>
            <p:nvPr/>
          </p:nvPicPr>
          <p:blipFill>
            <a:blip r:embed="rId4">
              <a:alphaModFix/>
            </a:blip>
            <a:stretch>
              <a:fillRect/>
            </a:stretch>
          </p:blipFill>
          <p:spPr>
            <a:xfrm>
              <a:off x="8014775" y="-65564"/>
              <a:ext cx="2225531" cy="1201124"/>
            </a:xfrm>
            <a:prstGeom prst="rect">
              <a:avLst/>
            </a:prstGeom>
            <a:noFill/>
            <a:ln>
              <a:noFill/>
            </a:ln>
          </p:spPr>
        </p:pic>
      </p:grpSp>
      <p:grpSp>
        <p:nvGrpSpPr>
          <p:cNvPr id="210" name="Google Shape;210;p18"/>
          <p:cNvGrpSpPr/>
          <p:nvPr/>
        </p:nvGrpSpPr>
        <p:grpSpPr>
          <a:xfrm flipH="1">
            <a:off x="-1162915" y="1017725"/>
            <a:ext cx="10123911" cy="4775860"/>
            <a:chOff x="-63178" y="1017725"/>
            <a:chExt cx="10123911" cy="4775860"/>
          </a:xfrm>
        </p:grpSpPr>
        <p:pic>
          <p:nvPicPr>
            <p:cNvPr id="211" name="Google Shape;211;p18"/>
            <p:cNvPicPr preferRelativeResize="0"/>
            <p:nvPr/>
          </p:nvPicPr>
          <p:blipFill rotWithShape="1">
            <a:blip r:embed="rId5">
              <a:alphaModFix/>
            </a:blip>
            <a:srcRect/>
            <a:stretch/>
          </p:blipFill>
          <p:spPr>
            <a:xfrm rot="29">
              <a:off x="7564833" y="3971571"/>
              <a:ext cx="2495900" cy="1822003"/>
            </a:xfrm>
            <a:prstGeom prst="rect">
              <a:avLst/>
            </a:prstGeom>
            <a:noFill/>
            <a:ln>
              <a:noFill/>
            </a:ln>
          </p:spPr>
        </p:pic>
        <p:pic>
          <p:nvPicPr>
            <p:cNvPr id="212" name="Google Shape;212;p18"/>
            <p:cNvPicPr preferRelativeResize="0"/>
            <p:nvPr/>
          </p:nvPicPr>
          <p:blipFill rotWithShape="1">
            <a:blip r:embed="rId6">
              <a:alphaModFix/>
            </a:blip>
            <a:srcRect t="2281" b="2271"/>
            <a:stretch/>
          </p:blipFill>
          <p:spPr>
            <a:xfrm>
              <a:off x="-63178" y="1017725"/>
              <a:ext cx="448778" cy="447601"/>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268"/>
        <p:cNvGrpSpPr/>
        <p:nvPr/>
      </p:nvGrpSpPr>
      <p:grpSpPr>
        <a:xfrm>
          <a:off x="0" y="0"/>
          <a:ext cx="0" cy="0"/>
          <a:chOff x="0" y="0"/>
          <a:chExt cx="0" cy="0"/>
        </a:xfrm>
      </p:grpSpPr>
      <p:sp>
        <p:nvSpPr>
          <p:cNvPr id="269" name="Google Shape;269;p23"/>
          <p:cNvSpPr txBox="1">
            <a:spLocks noGrp="1"/>
          </p:cNvSpPr>
          <p:nvPr>
            <p:ph type="title" hasCustomPrompt="1"/>
          </p:nvPr>
        </p:nvSpPr>
        <p:spPr>
          <a:xfrm>
            <a:off x="715100" y="537500"/>
            <a:ext cx="5464500" cy="8283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3600" b="0">
                <a:latin typeface="Inter Tight Black"/>
                <a:ea typeface="Inter Tight Black"/>
                <a:cs typeface="Inter Tight Black"/>
                <a:sym typeface="Inter Tight Black"/>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70" name="Google Shape;270;p23"/>
          <p:cNvSpPr txBox="1">
            <a:spLocks noGrp="1"/>
          </p:cNvSpPr>
          <p:nvPr>
            <p:ph type="subTitle" idx="1"/>
          </p:nvPr>
        </p:nvSpPr>
        <p:spPr>
          <a:xfrm>
            <a:off x="715100" y="1415401"/>
            <a:ext cx="5464500" cy="44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71" name="Google Shape;271;p23"/>
          <p:cNvGrpSpPr/>
          <p:nvPr/>
        </p:nvGrpSpPr>
        <p:grpSpPr>
          <a:xfrm>
            <a:off x="3656225" y="-623177"/>
            <a:ext cx="6082003" cy="3869753"/>
            <a:chOff x="3656225" y="-623177"/>
            <a:chExt cx="6082003" cy="3869753"/>
          </a:xfrm>
        </p:grpSpPr>
        <p:pic>
          <p:nvPicPr>
            <p:cNvPr id="272" name="Google Shape;272;p23"/>
            <p:cNvPicPr preferRelativeResize="0"/>
            <p:nvPr/>
          </p:nvPicPr>
          <p:blipFill>
            <a:blip r:embed="rId2">
              <a:alphaModFix/>
            </a:blip>
            <a:stretch>
              <a:fillRect/>
            </a:stretch>
          </p:blipFill>
          <p:spPr>
            <a:xfrm rot="-5400000">
              <a:off x="8024900" y="1533249"/>
              <a:ext cx="2225531" cy="1201124"/>
            </a:xfrm>
            <a:prstGeom prst="rect">
              <a:avLst/>
            </a:prstGeom>
            <a:noFill/>
            <a:ln>
              <a:noFill/>
            </a:ln>
          </p:spPr>
        </p:pic>
        <p:pic>
          <p:nvPicPr>
            <p:cNvPr id="273" name="Google Shape;273;p23"/>
            <p:cNvPicPr preferRelativeResize="0"/>
            <p:nvPr/>
          </p:nvPicPr>
          <p:blipFill>
            <a:blip r:embed="rId3">
              <a:alphaModFix/>
            </a:blip>
            <a:stretch>
              <a:fillRect/>
            </a:stretch>
          </p:blipFill>
          <p:spPr>
            <a:xfrm>
              <a:off x="3656225" y="-623177"/>
              <a:ext cx="2306595" cy="1244874"/>
            </a:xfrm>
            <a:prstGeom prst="rect">
              <a:avLst/>
            </a:prstGeom>
            <a:noFill/>
            <a:ln>
              <a:noFill/>
            </a:ln>
          </p:spPr>
        </p:pic>
      </p:grpSp>
      <p:sp>
        <p:nvSpPr>
          <p:cNvPr id="274" name="Google Shape;274;p23"/>
          <p:cNvSpPr txBox="1">
            <a:spLocks noGrp="1"/>
          </p:cNvSpPr>
          <p:nvPr>
            <p:ph type="title" idx="2" hasCustomPrompt="1"/>
          </p:nvPr>
        </p:nvSpPr>
        <p:spPr>
          <a:xfrm>
            <a:off x="715100" y="1910200"/>
            <a:ext cx="5464500" cy="8283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3600" b="0">
                <a:latin typeface="Inter Tight Black"/>
                <a:ea typeface="Inter Tight Black"/>
                <a:cs typeface="Inter Tight Black"/>
                <a:sym typeface="Inter Tight Black"/>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75" name="Google Shape;275;p23"/>
          <p:cNvSpPr txBox="1">
            <a:spLocks noGrp="1"/>
          </p:cNvSpPr>
          <p:nvPr>
            <p:ph type="subTitle" idx="3"/>
          </p:nvPr>
        </p:nvSpPr>
        <p:spPr>
          <a:xfrm>
            <a:off x="715100" y="2788100"/>
            <a:ext cx="5464500" cy="44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6" name="Google Shape;276;p23"/>
          <p:cNvSpPr txBox="1">
            <a:spLocks noGrp="1"/>
          </p:cNvSpPr>
          <p:nvPr>
            <p:ph type="title" idx="4" hasCustomPrompt="1"/>
          </p:nvPr>
        </p:nvSpPr>
        <p:spPr>
          <a:xfrm>
            <a:off x="715100" y="3282899"/>
            <a:ext cx="5464500" cy="828300"/>
          </a:xfrm>
          <a:prstGeom prst="rect">
            <a:avLst/>
          </a:prstGeom>
        </p:spPr>
        <p:txBody>
          <a:bodyPr spcFirstLastPara="1" wrap="square" lIns="91425" tIns="91425" rIns="91425" bIns="91425" anchor="b" anchorCtr="0">
            <a:noAutofit/>
          </a:bodyPr>
          <a:lstStyle>
            <a:lvl1pPr lvl="0" rtl="0">
              <a:spcBef>
                <a:spcPts val="0"/>
              </a:spcBef>
              <a:spcAft>
                <a:spcPts val="0"/>
              </a:spcAft>
              <a:buSzPts val="6200"/>
              <a:buNone/>
              <a:defRPr sz="3600" b="0">
                <a:latin typeface="Inter Tight Black"/>
                <a:ea typeface="Inter Tight Black"/>
                <a:cs typeface="Inter Tight Black"/>
                <a:sym typeface="Inter Tight Black"/>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77" name="Google Shape;277;p23"/>
          <p:cNvSpPr txBox="1">
            <a:spLocks noGrp="1"/>
          </p:cNvSpPr>
          <p:nvPr>
            <p:ph type="subTitle" idx="5"/>
          </p:nvPr>
        </p:nvSpPr>
        <p:spPr>
          <a:xfrm>
            <a:off x="715100" y="4160800"/>
            <a:ext cx="5464500" cy="44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278" name="Google Shape;278;p23"/>
          <p:cNvGrpSpPr/>
          <p:nvPr/>
        </p:nvGrpSpPr>
        <p:grpSpPr>
          <a:xfrm>
            <a:off x="-828950" y="3514600"/>
            <a:ext cx="2091899" cy="1955662"/>
            <a:chOff x="-828950" y="3514600"/>
            <a:chExt cx="2091899" cy="1955662"/>
          </a:xfrm>
        </p:grpSpPr>
        <p:pic>
          <p:nvPicPr>
            <p:cNvPr id="279" name="Google Shape;279;p23"/>
            <p:cNvPicPr preferRelativeResize="0"/>
            <p:nvPr/>
          </p:nvPicPr>
          <p:blipFill>
            <a:blip r:embed="rId4">
              <a:alphaModFix/>
            </a:blip>
            <a:stretch>
              <a:fillRect/>
            </a:stretch>
          </p:blipFill>
          <p:spPr>
            <a:xfrm>
              <a:off x="-828950" y="3943156"/>
              <a:ext cx="2091899" cy="1527106"/>
            </a:xfrm>
            <a:prstGeom prst="rect">
              <a:avLst/>
            </a:prstGeom>
            <a:noFill/>
            <a:ln>
              <a:noFill/>
            </a:ln>
          </p:spPr>
        </p:pic>
        <p:pic>
          <p:nvPicPr>
            <p:cNvPr id="280" name="Google Shape;280;p23"/>
            <p:cNvPicPr preferRelativeResize="0"/>
            <p:nvPr/>
          </p:nvPicPr>
          <p:blipFill rotWithShape="1">
            <a:blip r:embed="rId5">
              <a:alphaModFix/>
            </a:blip>
            <a:srcRect t="2281" b="2271"/>
            <a:stretch/>
          </p:blipFill>
          <p:spPr>
            <a:xfrm>
              <a:off x="-215578" y="3514600"/>
              <a:ext cx="448778" cy="447601"/>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293"/>
        <p:cNvGrpSpPr/>
        <p:nvPr/>
      </p:nvGrpSpPr>
      <p:grpSpPr>
        <a:xfrm>
          <a:off x="0" y="0"/>
          <a:ext cx="0" cy="0"/>
          <a:chOff x="0" y="0"/>
          <a:chExt cx="0" cy="0"/>
        </a:xfrm>
      </p:grpSpPr>
      <p:grpSp>
        <p:nvGrpSpPr>
          <p:cNvPr id="294" name="Google Shape;294;p25"/>
          <p:cNvGrpSpPr/>
          <p:nvPr/>
        </p:nvGrpSpPr>
        <p:grpSpPr>
          <a:xfrm flipH="1">
            <a:off x="-2963457" y="-1144275"/>
            <a:ext cx="14271730" cy="7838633"/>
            <a:chOff x="-2430057" y="-1144275"/>
            <a:chExt cx="14271730" cy="7838633"/>
          </a:xfrm>
        </p:grpSpPr>
        <p:grpSp>
          <p:nvGrpSpPr>
            <p:cNvPr id="295" name="Google Shape;295;p25"/>
            <p:cNvGrpSpPr/>
            <p:nvPr/>
          </p:nvGrpSpPr>
          <p:grpSpPr>
            <a:xfrm>
              <a:off x="-2430057" y="-508637"/>
              <a:ext cx="14271730" cy="7202996"/>
              <a:chOff x="-2430057" y="-508637"/>
              <a:chExt cx="14271730" cy="7202996"/>
            </a:xfrm>
          </p:grpSpPr>
          <p:pic>
            <p:nvPicPr>
              <p:cNvPr id="296" name="Google Shape;296;p25"/>
              <p:cNvPicPr preferRelativeResize="0"/>
              <p:nvPr/>
            </p:nvPicPr>
            <p:blipFill>
              <a:blip r:embed="rId2">
                <a:alphaModFix/>
              </a:blip>
              <a:stretch>
                <a:fillRect/>
              </a:stretch>
            </p:blipFill>
            <p:spPr>
              <a:xfrm rot="5400000">
                <a:off x="-3416519" y="1864375"/>
                <a:ext cx="4951375" cy="2978450"/>
              </a:xfrm>
              <a:prstGeom prst="rect">
                <a:avLst/>
              </a:prstGeom>
              <a:noFill/>
              <a:ln>
                <a:noFill/>
              </a:ln>
            </p:spPr>
          </p:pic>
          <p:pic>
            <p:nvPicPr>
              <p:cNvPr id="297" name="Google Shape;297;p25"/>
              <p:cNvPicPr preferRelativeResize="0"/>
              <p:nvPr/>
            </p:nvPicPr>
            <p:blipFill>
              <a:blip r:embed="rId3">
                <a:alphaModFix/>
              </a:blip>
              <a:stretch>
                <a:fillRect/>
              </a:stretch>
            </p:blipFill>
            <p:spPr>
              <a:xfrm flipH="1">
                <a:off x="6384187" y="-508637"/>
                <a:ext cx="4546625" cy="2734975"/>
              </a:xfrm>
              <a:prstGeom prst="rect">
                <a:avLst/>
              </a:prstGeom>
              <a:noFill/>
              <a:ln>
                <a:noFill/>
              </a:ln>
            </p:spPr>
          </p:pic>
          <p:pic>
            <p:nvPicPr>
              <p:cNvPr id="298" name="Google Shape;298;p25"/>
              <p:cNvPicPr preferRelativeResize="0"/>
              <p:nvPr/>
            </p:nvPicPr>
            <p:blipFill>
              <a:blip r:embed="rId4">
                <a:alphaModFix/>
              </a:blip>
              <a:stretch>
                <a:fillRect/>
              </a:stretch>
            </p:blipFill>
            <p:spPr>
              <a:xfrm>
                <a:off x="7621349" y="4155658"/>
                <a:ext cx="4220324" cy="2538700"/>
              </a:xfrm>
              <a:prstGeom prst="rect">
                <a:avLst/>
              </a:prstGeom>
              <a:noFill/>
              <a:ln>
                <a:noFill/>
              </a:ln>
            </p:spPr>
          </p:pic>
          <p:pic>
            <p:nvPicPr>
              <p:cNvPr id="299" name="Google Shape;299;p25"/>
              <p:cNvPicPr preferRelativeResize="0"/>
              <p:nvPr/>
            </p:nvPicPr>
            <p:blipFill>
              <a:blip r:embed="rId5">
                <a:alphaModFix/>
              </a:blip>
              <a:stretch>
                <a:fillRect/>
              </a:stretch>
            </p:blipFill>
            <p:spPr>
              <a:xfrm>
                <a:off x="8014775" y="3784749"/>
                <a:ext cx="2225531" cy="1201124"/>
              </a:xfrm>
              <a:prstGeom prst="rect">
                <a:avLst/>
              </a:prstGeom>
              <a:noFill/>
              <a:ln>
                <a:noFill/>
              </a:ln>
            </p:spPr>
          </p:pic>
        </p:grpSp>
        <p:pic>
          <p:nvPicPr>
            <p:cNvPr id="300" name="Google Shape;300;p25"/>
            <p:cNvPicPr preferRelativeResize="0"/>
            <p:nvPr/>
          </p:nvPicPr>
          <p:blipFill>
            <a:blip r:embed="rId6">
              <a:alphaModFix/>
            </a:blip>
            <a:stretch>
              <a:fillRect/>
            </a:stretch>
          </p:blipFill>
          <p:spPr>
            <a:xfrm flipH="1">
              <a:off x="-732482" y="-1144275"/>
              <a:ext cx="1739930" cy="2298979"/>
            </a:xfrm>
            <a:prstGeom prst="rect">
              <a:avLst/>
            </a:prstGeom>
            <a:noFill/>
            <a:ln>
              <a:noFill/>
            </a:ln>
          </p:spPr>
        </p:pic>
        <p:pic>
          <p:nvPicPr>
            <p:cNvPr id="301" name="Google Shape;301;p25"/>
            <p:cNvPicPr preferRelativeResize="0"/>
            <p:nvPr/>
          </p:nvPicPr>
          <p:blipFill>
            <a:blip r:embed="rId7">
              <a:alphaModFix/>
            </a:blip>
            <a:stretch>
              <a:fillRect/>
            </a:stretch>
          </p:blipFill>
          <p:spPr>
            <a:xfrm rot="10800000">
              <a:off x="4395873" y="4313204"/>
              <a:ext cx="2995801" cy="1802100"/>
            </a:xfrm>
            <a:prstGeom prst="rect">
              <a:avLst/>
            </a:prstGeom>
            <a:noFill/>
            <a:ln>
              <a:noFill/>
            </a:ln>
          </p:spPr>
        </p:pic>
        <p:pic>
          <p:nvPicPr>
            <p:cNvPr id="302" name="Google Shape;302;p25"/>
            <p:cNvPicPr preferRelativeResize="0"/>
            <p:nvPr/>
          </p:nvPicPr>
          <p:blipFill>
            <a:blip r:embed="rId8">
              <a:alphaModFix/>
            </a:blip>
            <a:stretch>
              <a:fillRect/>
            </a:stretch>
          </p:blipFill>
          <p:spPr>
            <a:xfrm flipH="1">
              <a:off x="3795591" y="-617227"/>
              <a:ext cx="2306595" cy="1244874"/>
            </a:xfrm>
            <a:prstGeom prst="rect">
              <a:avLst/>
            </a:prstGeom>
            <a:noFill/>
            <a:ln>
              <a:noFill/>
            </a:ln>
          </p:spPr>
        </p:pic>
        <p:pic>
          <p:nvPicPr>
            <p:cNvPr id="303" name="Google Shape;303;p25"/>
            <p:cNvPicPr preferRelativeResize="0"/>
            <p:nvPr/>
          </p:nvPicPr>
          <p:blipFill>
            <a:blip r:embed="rId5">
              <a:alphaModFix/>
            </a:blip>
            <a:stretch>
              <a:fillRect/>
            </a:stretch>
          </p:blipFill>
          <p:spPr>
            <a:xfrm rot="5400000" flipH="1">
              <a:off x="-190108" y="4282349"/>
              <a:ext cx="2225531" cy="1201124"/>
            </a:xfrm>
            <a:prstGeom prst="rect">
              <a:avLst/>
            </a:prstGeom>
            <a:noFill/>
            <a:ln>
              <a:noFill/>
            </a:ln>
          </p:spPr>
        </p:pic>
        <p:pic>
          <p:nvPicPr>
            <p:cNvPr id="304" name="Google Shape;304;p25"/>
            <p:cNvPicPr preferRelativeResize="0"/>
            <p:nvPr/>
          </p:nvPicPr>
          <p:blipFill>
            <a:blip r:embed="rId4">
              <a:alphaModFix/>
            </a:blip>
            <a:stretch>
              <a:fillRect/>
            </a:stretch>
          </p:blipFill>
          <p:spPr>
            <a:xfrm flipH="1">
              <a:off x="1561313" y="-231188"/>
              <a:ext cx="1821549" cy="1095725"/>
            </a:xfrm>
            <a:prstGeom prst="rect">
              <a:avLst/>
            </a:prstGeom>
            <a:noFill/>
            <a:ln>
              <a:noFill/>
            </a:ln>
          </p:spPr>
        </p:pic>
      </p:grpSp>
      <p:grpSp>
        <p:nvGrpSpPr>
          <p:cNvPr id="305" name="Google Shape;305;p25"/>
          <p:cNvGrpSpPr/>
          <p:nvPr/>
        </p:nvGrpSpPr>
        <p:grpSpPr>
          <a:xfrm flipH="1">
            <a:off x="490717" y="1682800"/>
            <a:ext cx="8972405" cy="4122149"/>
            <a:chOff x="-584905" y="1682800"/>
            <a:chExt cx="8972405" cy="4122149"/>
          </a:xfrm>
        </p:grpSpPr>
        <p:pic>
          <p:nvPicPr>
            <p:cNvPr id="306" name="Google Shape;306;p25"/>
            <p:cNvPicPr preferRelativeResize="0"/>
            <p:nvPr/>
          </p:nvPicPr>
          <p:blipFill rotWithShape="1">
            <a:blip r:embed="rId9">
              <a:alphaModFix/>
            </a:blip>
            <a:srcRect/>
            <a:stretch/>
          </p:blipFill>
          <p:spPr>
            <a:xfrm rot="2411193">
              <a:off x="-291642" y="3392709"/>
              <a:ext cx="2495901" cy="1822004"/>
            </a:xfrm>
            <a:prstGeom prst="rect">
              <a:avLst/>
            </a:prstGeom>
            <a:noFill/>
            <a:ln>
              <a:noFill/>
            </a:ln>
          </p:spPr>
        </p:pic>
        <p:pic>
          <p:nvPicPr>
            <p:cNvPr id="307" name="Google Shape;307;p25"/>
            <p:cNvPicPr preferRelativeResize="0"/>
            <p:nvPr/>
          </p:nvPicPr>
          <p:blipFill rotWithShape="1">
            <a:blip r:embed="rId10">
              <a:alphaModFix/>
            </a:blip>
            <a:srcRect t="2281" b="2271"/>
            <a:stretch/>
          </p:blipFill>
          <p:spPr>
            <a:xfrm>
              <a:off x="7938722" y="1682800"/>
              <a:ext cx="448778" cy="447601"/>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08"/>
        <p:cNvGrpSpPr/>
        <p:nvPr/>
      </p:nvGrpSpPr>
      <p:grpSpPr>
        <a:xfrm>
          <a:off x="0" y="0"/>
          <a:ext cx="0" cy="0"/>
          <a:chOff x="0" y="0"/>
          <a:chExt cx="0" cy="0"/>
        </a:xfrm>
      </p:grpSpPr>
      <p:grpSp>
        <p:nvGrpSpPr>
          <p:cNvPr id="309" name="Google Shape;309;p26"/>
          <p:cNvGrpSpPr/>
          <p:nvPr/>
        </p:nvGrpSpPr>
        <p:grpSpPr>
          <a:xfrm flipH="1">
            <a:off x="-1254596" y="-707594"/>
            <a:ext cx="11097806" cy="7712307"/>
            <a:chOff x="-721196" y="-707594"/>
            <a:chExt cx="11097806" cy="7712307"/>
          </a:xfrm>
        </p:grpSpPr>
        <p:pic>
          <p:nvPicPr>
            <p:cNvPr id="310" name="Google Shape;310;p26"/>
            <p:cNvPicPr preferRelativeResize="0"/>
            <p:nvPr/>
          </p:nvPicPr>
          <p:blipFill>
            <a:blip r:embed="rId2">
              <a:alphaModFix/>
            </a:blip>
            <a:stretch>
              <a:fillRect/>
            </a:stretch>
          </p:blipFill>
          <p:spPr>
            <a:xfrm rot="10800000">
              <a:off x="-719775" y="1438325"/>
              <a:ext cx="1739930" cy="2298979"/>
            </a:xfrm>
            <a:prstGeom prst="rect">
              <a:avLst/>
            </a:prstGeom>
            <a:noFill/>
            <a:ln>
              <a:noFill/>
            </a:ln>
          </p:spPr>
        </p:pic>
        <p:grpSp>
          <p:nvGrpSpPr>
            <p:cNvPr id="311" name="Google Shape;311;p26"/>
            <p:cNvGrpSpPr/>
            <p:nvPr/>
          </p:nvGrpSpPr>
          <p:grpSpPr>
            <a:xfrm>
              <a:off x="-88100" y="-707594"/>
              <a:ext cx="10464710" cy="6822899"/>
              <a:chOff x="-88100" y="-707594"/>
              <a:chExt cx="10464710" cy="6822899"/>
            </a:xfrm>
          </p:grpSpPr>
          <p:pic>
            <p:nvPicPr>
              <p:cNvPr id="312" name="Google Shape;312;p26"/>
              <p:cNvPicPr preferRelativeResize="0"/>
              <p:nvPr/>
            </p:nvPicPr>
            <p:blipFill>
              <a:blip r:embed="rId3">
                <a:alphaModFix/>
              </a:blip>
              <a:stretch>
                <a:fillRect/>
              </a:stretch>
            </p:blipFill>
            <p:spPr>
              <a:xfrm>
                <a:off x="7180075" y="-707594"/>
                <a:ext cx="3196535" cy="2039400"/>
              </a:xfrm>
              <a:prstGeom prst="rect">
                <a:avLst/>
              </a:prstGeom>
              <a:noFill/>
              <a:ln>
                <a:noFill/>
              </a:ln>
            </p:spPr>
          </p:pic>
          <p:pic>
            <p:nvPicPr>
              <p:cNvPr id="313" name="Google Shape;313;p26"/>
              <p:cNvPicPr preferRelativeResize="0"/>
              <p:nvPr/>
            </p:nvPicPr>
            <p:blipFill>
              <a:blip r:embed="rId4">
                <a:alphaModFix/>
              </a:blip>
              <a:stretch>
                <a:fillRect/>
              </a:stretch>
            </p:blipFill>
            <p:spPr>
              <a:xfrm rot="10800000" flipH="1">
                <a:off x="-88100" y="4313204"/>
                <a:ext cx="2995801" cy="1802100"/>
              </a:xfrm>
              <a:prstGeom prst="rect">
                <a:avLst/>
              </a:prstGeom>
              <a:noFill/>
              <a:ln>
                <a:noFill/>
              </a:ln>
            </p:spPr>
          </p:pic>
        </p:grpSp>
        <p:grpSp>
          <p:nvGrpSpPr>
            <p:cNvPr id="314" name="Google Shape;314;p26"/>
            <p:cNvGrpSpPr/>
            <p:nvPr/>
          </p:nvGrpSpPr>
          <p:grpSpPr>
            <a:xfrm>
              <a:off x="-721196" y="3305370"/>
              <a:ext cx="11022959" cy="2225531"/>
              <a:chOff x="-721196" y="3305370"/>
              <a:chExt cx="11022959" cy="2225531"/>
            </a:xfrm>
          </p:grpSpPr>
          <p:pic>
            <p:nvPicPr>
              <p:cNvPr id="315" name="Google Shape;315;p26"/>
              <p:cNvPicPr preferRelativeResize="0"/>
              <p:nvPr/>
            </p:nvPicPr>
            <p:blipFill rotWithShape="1">
              <a:blip r:embed="rId5">
                <a:alphaModFix/>
              </a:blip>
              <a:srcRect/>
              <a:stretch/>
            </p:blipFill>
            <p:spPr>
              <a:xfrm flipH="1">
                <a:off x="8002788" y="3913772"/>
                <a:ext cx="2298975" cy="1382928"/>
              </a:xfrm>
              <a:prstGeom prst="rect">
                <a:avLst/>
              </a:prstGeom>
              <a:noFill/>
              <a:ln>
                <a:noFill/>
              </a:ln>
            </p:spPr>
          </p:pic>
          <p:pic>
            <p:nvPicPr>
              <p:cNvPr id="316" name="Google Shape;316;p26"/>
              <p:cNvPicPr preferRelativeResize="0"/>
              <p:nvPr/>
            </p:nvPicPr>
            <p:blipFill>
              <a:blip r:embed="rId6">
                <a:alphaModFix/>
              </a:blip>
              <a:stretch>
                <a:fillRect/>
              </a:stretch>
            </p:blipFill>
            <p:spPr>
              <a:xfrm rot="-5400000">
                <a:off x="-1233400" y="3817574"/>
                <a:ext cx="2225531" cy="1201124"/>
              </a:xfrm>
              <a:prstGeom prst="rect">
                <a:avLst/>
              </a:prstGeom>
              <a:noFill/>
              <a:ln>
                <a:noFill/>
              </a:ln>
            </p:spPr>
          </p:pic>
        </p:grpSp>
        <p:pic>
          <p:nvPicPr>
            <p:cNvPr id="317" name="Google Shape;317;p26"/>
            <p:cNvPicPr preferRelativeResize="0"/>
            <p:nvPr/>
          </p:nvPicPr>
          <p:blipFill>
            <a:blip r:embed="rId7">
              <a:alphaModFix/>
            </a:blip>
            <a:stretch>
              <a:fillRect/>
            </a:stretch>
          </p:blipFill>
          <p:spPr>
            <a:xfrm rot="5400000">
              <a:off x="61281" y="3039800"/>
              <a:ext cx="4951375" cy="2978450"/>
            </a:xfrm>
            <a:prstGeom prst="rect">
              <a:avLst/>
            </a:prstGeom>
            <a:noFill/>
            <a:ln>
              <a:noFill/>
            </a:ln>
          </p:spPr>
        </p:pic>
        <p:grpSp>
          <p:nvGrpSpPr>
            <p:cNvPr id="318" name="Google Shape;318;p26"/>
            <p:cNvGrpSpPr/>
            <p:nvPr/>
          </p:nvGrpSpPr>
          <p:grpSpPr>
            <a:xfrm>
              <a:off x="-145551" y="-507172"/>
              <a:ext cx="5293770" cy="2734975"/>
              <a:chOff x="-145551" y="-507172"/>
              <a:chExt cx="5293770" cy="2734975"/>
            </a:xfrm>
          </p:grpSpPr>
          <p:pic>
            <p:nvPicPr>
              <p:cNvPr id="319" name="Google Shape;319;p26"/>
              <p:cNvPicPr preferRelativeResize="0"/>
              <p:nvPr/>
            </p:nvPicPr>
            <p:blipFill rotWithShape="1">
              <a:blip r:embed="rId8">
                <a:alphaModFix/>
              </a:blip>
              <a:srcRect/>
              <a:stretch/>
            </p:blipFill>
            <p:spPr>
              <a:xfrm>
                <a:off x="-145551" y="-507172"/>
                <a:ext cx="4546625" cy="2734975"/>
              </a:xfrm>
              <a:prstGeom prst="rect">
                <a:avLst/>
              </a:prstGeom>
              <a:noFill/>
              <a:ln>
                <a:noFill/>
              </a:ln>
            </p:spPr>
          </p:pic>
          <p:pic>
            <p:nvPicPr>
              <p:cNvPr id="320" name="Google Shape;320;p26"/>
              <p:cNvPicPr preferRelativeResize="0"/>
              <p:nvPr/>
            </p:nvPicPr>
            <p:blipFill>
              <a:blip r:embed="rId9">
                <a:alphaModFix/>
              </a:blip>
              <a:stretch>
                <a:fillRect/>
              </a:stretch>
            </p:blipFill>
            <p:spPr>
              <a:xfrm>
                <a:off x="2841625" y="43848"/>
                <a:ext cx="2306595" cy="1244874"/>
              </a:xfrm>
              <a:prstGeom prst="rect">
                <a:avLst/>
              </a:prstGeom>
              <a:noFill/>
              <a:ln>
                <a:noFill/>
              </a:ln>
            </p:spPr>
          </p:pic>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1pPr>
            <a:lvl2pPr lvl="1"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2pPr>
            <a:lvl3pPr lvl="2"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3pPr>
            <a:lvl4pPr lvl="3"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4pPr>
            <a:lvl5pPr lvl="4"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5pPr>
            <a:lvl6pPr lvl="5"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6pPr>
            <a:lvl7pPr lvl="6"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7pPr>
            <a:lvl8pPr lvl="7"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8pPr>
            <a:lvl9pPr lvl="8" rtl="0">
              <a:spcBef>
                <a:spcPts val="0"/>
              </a:spcBef>
              <a:spcAft>
                <a:spcPts val="0"/>
              </a:spcAft>
              <a:buClr>
                <a:schemeClr val="dk1"/>
              </a:buClr>
              <a:buSzPts val="3000"/>
              <a:buFont typeface="Inter Tight"/>
              <a:buNone/>
              <a:defRPr sz="3000" b="1">
                <a:solidFill>
                  <a:schemeClr val="dk1"/>
                </a:solidFill>
                <a:latin typeface="Inter Tight"/>
                <a:ea typeface="Inter Tight"/>
                <a:cs typeface="Inter Tight"/>
                <a:sym typeface="Inter Tigh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4" r:id="rId5"/>
    <p:sldLayoutId id="2147483655" r:id="rId6"/>
    <p:sldLayoutId id="2147483656" r:id="rId7"/>
    <p:sldLayoutId id="2147483658" r:id="rId8"/>
    <p:sldLayoutId id="2147483659" r:id="rId9"/>
    <p:sldLayoutId id="2147483663" r:id="rId10"/>
    <p:sldLayoutId id="2147483664" r:id="rId11"/>
    <p:sldLayoutId id="2147483669" r:id="rId12"/>
    <p:sldLayoutId id="2147483671" r:id="rId13"/>
    <p:sldLayoutId id="214748367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12.pn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11" Type="http://schemas.openxmlformats.org/officeDocument/2006/relationships/image" Target="../media/image13.png"/><Relationship Id="rId5" Type="http://schemas.openxmlformats.org/officeDocument/2006/relationships/image" Target="../media/image6.png"/><Relationship Id="rId10"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2.png"/><Relationship Id="rId5" Type="http://schemas.openxmlformats.org/officeDocument/2006/relationships/image" Target="../media/image1.png"/><Relationship Id="rId10"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grpSp>
        <p:nvGrpSpPr>
          <p:cNvPr id="336" name="Google Shape;336;p31"/>
          <p:cNvGrpSpPr/>
          <p:nvPr/>
        </p:nvGrpSpPr>
        <p:grpSpPr>
          <a:xfrm>
            <a:off x="4864400" y="-529200"/>
            <a:ext cx="5291299" cy="6168213"/>
            <a:chOff x="4864400" y="-529200"/>
            <a:chExt cx="5291299" cy="6168213"/>
          </a:xfrm>
        </p:grpSpPr>
        <p:grpSp>
          <p:nvGrpSpPr>
            <p:cNvPr id="337" name="Google Shape;337;p31"/>
            <p:cNvGrpSpPr/>
            <p:nvPr/>
          </p:nvGrpSpPr>
          <p:grpSpPr>
            <a:xfrm>
              <a:off x="5609074" y="-529200"/>
              <a:ext cx="4546625" cy="6168213"/>
              <a:chOff x="5609074" y="-529200"/>
              <a:chExt cx="4546625" cy="6168213"/>
            </a:xfrm>
          </p:grpSpPr>
          <p:pic>
            <p:nvPicPr>
              <p:cNvPr id="338" name="Google Shape;338;p31"/>
              <p:cNvPicPr preferRelativeResize="0"/>
              <p:nvPr/>
            </p:nvPicPr>
            <p:blipFill>
              <a:blip r:embed="rId3">
                <a:alphaModFix/>
              </a:blip>
              <a:stretch>
                <a:fillRect/>
              </a:stretch>
            </p:blipFill>
            <p:spPr>
              <a:xfrm>
                <a:off x="5609074" y="-529200"/>
                <a:ext cx="4546625" cy="2734975"/>
              </a:xfrm>
              <a:prstGeom prst="rect">
                <a:avLst/>
              </a:prstGeom>
              <a:noFill/>
              <a:ln>
                <a:noFill/>
              </a:ln>
            </p:spPr>
          </p:pic>
          <p:pic>
            <p:nvPicPr>
              <p:cNvPr id="339" name="Google Shape;339;p31"/>
              <p:cNvPicPr preferRelativeResize="0"/>
              <p:nvPr/>
            </p:nvPicPr>
            <p:blipFill>
              <a:blip r:embed="rId4">
                <a:alphaModFix/>
              </a:blip>
              <a:stretch>
                <a:fillRect/>
              </a:stretch>
            </p:blipFill>
            <p:spPr>
              <a:xfrm rot="5400000">
                <a:off x="5893631" y="1674100"/>
                <a:ext cx="4951375" cy="2978450"/>
              </a:xfrm>
              <a:prstGeom prst="rect">
                <a:avLst/>
              </a:prstGeom>
              <a:noFill/>
              <a:ln>
                <a:noFill/>
              </a:ln>
            </p:spPr>
          </p:pic>
          <p:pic>
            <p:nvPicPr>
              <p:cNvPr id="340" name="Google Shape;340;p31"/>
              <p:cNvPicPr preferRelativeResize="0"/>
              <p:nvPr/>
            </p:nvPicPr>
            <p:blipFill rotWithShape="1">
              <a:blip r:embed="rId5">
                <a:alphaModFix/>
              </a:blip>
              <a:srcRect r="47753"/>
              <a:stretch/>
            </p:blipFill>
            <p:spPr>
              <a:xfrm>
                <a:off x="8613298" y="2770475"/>
                <a:ext cx="1201126" cy="1382925"/>
              </a:xfrm>
              <a:prstGeom prst="rect">
                <a:avLst/>
              </a:prstGeom>
              <a:noFill/>
              <a:ln>
                <a:noFill/>
              </a:ln>
            </p:spPr>
          </p:pic>
          <p:pic>
            <p:nvPicPr>
              <p:cNvPr id="341" name="Google Shape;341;p31"/>
              <p:cNvPicPr preferRelativeResize="0"/>
              <p:nvPr/>
            </p:nvPicPr>
            <p:blipFill rotWithShape="1">
              <a:blip r:embed="rId6">
                <a:alphaModFix/>
              </a:blip>
              <a:srcRect r="37126"/>
              <a:stretch/>
            </p:blipFill>
            <p:spPr>
              <a:xfrm rot="5400000">
                <a:off x="7137862" y="3523237"/>
                <a:ext cx="1093950" cy="2298975"/>
              </a:xfrm>
              <a:prstGeom prst="rect">
                <a:avLst/>
              </a:prstGeom>
              <a:noFill/>
              <a:ln>
                <a:noFill/>
              </a:ln>
            </p:spPr>
          </p:pic>
        </p:grpSp>
        <p:pic>
          <p:nvPicPr>
            <p:cNvPr id="342" name="Google Shape;342;p31"/>
            <p:cNvPicPr preferRelativeResize="0"/>
            <p:nvPr/>
          </p:nvPicPr>
          <p:blipFill>
            <a:blip r:embed="rId7">
              <a:alphaModFix/>
            </a:blip>
            <a:stretch>
              <a:fillRect/>
            </a:stretch>
          </p:blipFill>
          <p:spPr>
            <a:xfrm>
              <a:off x="4864400" y="3986923"/>
              <a:ext cx="2306595" cy="1244874"/>
            </a:xfrm>
            <a:prstGeom prst="rect">
              <a:avLst/>
            </a:prstGeom>
            <a:noFill/>
            <a:ln>
              <a:noFill/>
            </a:ln>
          </p:spPr>
        </p:pic>
      </p:grpSp>
      <p:sp>
        <p:nvSpPr>
          <p:cNvPr id="343" name="Google Shape;343;p31"/>
          <p:cNvSpPr txBox="1">
            <a:spLocks noGrp="1"/>
          </p:cNvSpPr>
          <p:nvPr>
            <p:ph type="ctrTitle"/>
          </p:nvPr>
        </p:nvSpPr>
        <p:spPr>
          <a:xfrm>
            <a:off x="358920" y="1337078"/>
            <a:ext cx="8333107" cy="674100"/>
          </a:xfrm>
          <a:prstGeom prst="rect">
            <a:avLst/>
          </a:prstGeom>
        </p:spPr>
        <p:txBody>
          <a:bodyPr spcFirstLastPara="1" wrap="square" lIns="91425" tIns="91425" rIns="91425" bIns="91425" anchor="b" anchorCtr="0">
            <a:noAutofit/>
          </a:bodyPr>
          <a:lstStyle/>
          <a:p>
            <a:pPr algn="ctr"/>
            <a:r>
              <a:rPr lang="en-US" sz="2000" dirty="0"/>
              <a:t>E-Commerce Sales Performance Analysis: A Power BI Dashboard Solution </a:t>
            </a:r>
            <a:br>
              <a:rPr lang="en-US" sz="2000" dirty="0"/>
            </a:br>
            <a:endParaRPr lang="en-US" sz="2000" dirty="0"/>
          </a:p>
        </p:txBody>
      </p:sp>
      <p:grpSp>
        <p:nvGrpSpPr>
          <p:cNvPr id="345" name="Google Shape;345;p31"/>
          <p:cNvGrpSpPr/>
          <p:nvPr/>
        </p:nvGrpSpPr>
        <p:grpSpPr>
          <a:xfrm>
            <a:off x="5589974" y="92672"/>
            <a:ext cx="3787488" cy="1754865"/>
            <a:chOff x="5589974" y="92672"/>
            <a:chExt cx="3787488" cy="1754865"/>
          </a:xfrm>
        </p:grpSpPr>
        <p:pic>
          <p:nvPicPr>
            <p:cNvPr id="346" name="Google Shape;346;p31"/>
            <p:cNvPicPr preferRelativeResize="0"/>
            <p:nvPr/>
          </p:nvPicPr>
          <p:blipFill rotWithShape="1">
            <a:blip r:embed="rId8">
              <a:alphaModFix/>
            </a:blip>
            <a:srcRect t="2281" b="2271"/>
            <a:stretch/>
          </p:blipFill>
          <p:spPr>
            <a:xfrm>
              <a:off x="8701577" y="1173437"/>
              <a:ext cx="675885" cy="674099"/>
            </a:xfrm>
            <a:prstGeom prst="rect">
              <a:avLst/>
            </a:prstGeom>
            <a:noFill/>
            <a:ln>
              <a:noFill/>
            </a:ln>
          </p:spPr>
        </p:pic>
        <p:pic>
          <p:nvPicPr>
            <p:cNvPr id="347" name="Google Shape;347;p31"/>
            <p:cNvPicPr preferRelativeResize="0"/>
            <p:nvPr/>
          </p:nvPicPr>
          <p:blipFill rotWithShape="1">
            <a:blip r:embed="rId9">
              <a:alphaModFix/>
            </a:blip>
            <a:srcRect/>
            <a:stretch/>
          </p:blipFill>
          <p:spPr>
            <a:xfrm>
              <a:off x="5589974" y="92672"/>
              <a:ext cx="855475" cy="884643"/>
            </a:xfrm>
            <a:prstGeom prst="rect">
              <a:avLst/>
            </a:prstGeom>
            <a:noFill/>
            <a:ln>
              <a:noFill/>
            </a:ln>
          </p:spPr>
        </p:pic>
      </p:grpSp>
      <p:grpSp>
        <p:nvGrpSpPr>
          <p:cNvPr id="348" name="Google Shape;348;p31"/>
          <p:cNvGrpSpPr/>
          <p:nvPr/>
        </p:nvGrpSpPr>
        <p:grpSpPr>
          <a:xfrm>
            <a:off x="6459151" y="2846674"/>
            <a:ext cx="4299042" cy="2927024"/>
            <a:chOff x="6459151" y="2846674"/>
            <a:chExt cx="4299042" cy="2927024"/>
          </a:xfrm>
        </p:grpSpPr>
        <p:pic>
          <p:nvPicPr>
            <p:cNvPr id="349" name="Google Shape;349;p31"/>
            <p:cNvPicPr preferRelativeResize="0"/>
            <p:nvPr/>
          </p:nvPicPr>
          <p:blipFill>
            <a:blip r:embed="rId10">
              <a:alphaModFix/>
            </a:blip>
            <a:stretch>
              <a:fillRect/>
            </a:stretch>
          </p:blipFill>
          <p:spPr>
            <a:xfrm>
              <a:off x="7779744" y="3599402"/>
              <a:ext cx="2978449" cy="2174296"/>
            </a:xfrm>
            <a:prstGeom prst="rect">
              <a:avLst/>
            </a:prstGeom>
            <a:noFill/>
            <a:ln>
              <a:noFill/>
            </a:ln>
          </p:spPr>
        </p:pic>
        <p:pic>
          <p:nvPicPr>
            <p:cNvPr id="350" name="Google Shape;350;p31"/>
            <p:cNvPicPr preferRelativeResize="0"/>
            <p:nvPr/>
          </p:nvPicPr>
          <p:blipFill>
            <a:blip r:embed="rId11">
              <a:alphaModFix/>
            </a:blip>
            <a:stretch>
              <a:fillRect/>
            </a:stretch>
          </p:blipFill>
          <p:spPr>
            <a:xfrm>
              <a:off x="6459151" y="2846674"/>
              <a:ext cx="1560800" cy="1139422"/>
            </a:xfrm>
            <a:prstGeom prst="rect">
              <a:avLst/>
            </a:prstGeom>
            <a:noFill/>
            <a:ln>
              <a:noFill/>
            </a:ln>
          </p:spPr>
        </p:pic>
      </p:grpSp>
      <p:sp>
        <p:nvSpPr>
          <p:cNvPr id="2" name="TextBox 6">
            <a:extLst>
              <a:ext uri="{FF2B5EF4-FFF2-40B4-BE49-F238E27FC236}">
                <a16:creationId xmlns:a16="http://schemas.microsoft.com/office/drawing/2014/main" id="{0D1D1A6D-0273-AB05-994F-F314E67FDE30}"/>
              </a:ext>
            </a:extLst>
          </p:cNvPr>
          <p:cNvSpPr txBox="1"/>
          <p:nvPr/>
        </p:nvSpPr>
        <p:spPr>
          <a:xfrm>
            <a:off x="1" y="1666463"/>
            <a:ext cx="9143999" cy="3108543"/>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en-US" dirty="0"/>
          </a:p>
          <a:p>
            <a:pPr algn="ctr"/>
            <a:r>
              <a:rPr lang="en-US" b="1" dirty="0"/>
              <a:t>Submitted by : </a:t>
            </a:r>
            <a:r>
              <a:rPr lang="en-US" dirty="0"/>
              <a:t>Sudipta Mitra</a:t>
            </a:r>
          </a:p>
          <a:p>
            <a:pPr algn="ctr"/>
            <a:endParaRPr lang="en-US" dirty="0"/>
          </a:p>
          <a:p>
            <a:pPr algn="ctr"/>
            <a:r>
              <a:rPr lang="en-US" dirty="0"/>
              <a:t>Roll No. : 23440523027</a:t>
            </a:r>
          </a:p>
          <a:p>
            <a:pPr algn="ctr"/>
            <a:endParaRPr lang="en-US" dirty="0"/>
          </a:p>
          <a:p>
            <a:pPr algn="ctr"/>
            <a:r>
              <a:rPr lang="en-US" b="1" dirty="0"/>
              <a:t>Bachelor of Science  in  Data Science</a:t>
            </a:r>
          </a:p>
          <a:p>
            <a:pPr algn="ctr"/>
            <a:endParaRPr lang="en-US" b="1" dirty="0"/>
          </a:p>
          <a:p>
            <a:pPr algn="ctr"/>
            <a:r>
              <a:rPr lang="en-US" b="1" dirty="0"/>
              <a:t>Paper Code: FYBMS581</a:t>
            </a:r>
          </a:p>
          <a:p>
            <a:pPr algn="ctr"/>
            <a:endParaRPr lang="en-US" dirty="0"/>
          </a:p>
          <a:p>
            <a:pPr algn="ctr"/>
            <a:endParaRPr lang="en-US" dirty="0"/>
          </a:p>
          <a:p>
            <a:pPr algn="ctr"/>
            <a:endParaRPr lang="en-US" dirty="0"/>
          </a:p>
          <a:p>
            <a:pPr algn="ctr"/>
            <a:endParaRPr lang="en-US" dirty="0"/>
          </a:p>
          <a:p>
            <a:pPr algn="ctr"/>
            <a:endParaRPr lang="en-US" dirty="0"/>
          </a:p>
          <a:p>
            <a:pPr algn="ctr"/>
            <a:r>
              <a:rPr lang="en-US" dirty="0"/>
              <a:t>NSHM Knowledge Campus, Kolkata</a:t>
            </a:r>
          </a:p>
        </p:txBody>
      </p:sp>
      <p:pic>
        <p:nvPicPr>
          <p:cNvPr id="5" name="Picture 4" descr="Hotel and Tourism Management Admission – NSHM Knowledge Campus – Kolkata">
            <a:extLst>
              <a:ext uri="{FF2B5EF4-FFF2-40B4-BE49-F238E27FC236}">
                <a16:creationId xmlns:a16="http://schemas.microsoft.com/office/drawing/2014/main" id="{06D00047-3613-F967-E8F7-76DC0A5F7DBB}"/>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3724888" y="3579707"/>
            <a:ext cx="1601170" cy="7409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28" name="Google Shape;364;p33">
            <a:extLst>
              <a:ext uri="{FF2B5EF4-FFF2-40B4-BE49-F238E27FC236}">
                <a16:creationId xmlns:a16="http://schemas.microsoft.com/office/drawing/2014/main" id="{08776102-93B9-E420-3273-3FB56BB0DB64}"/>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29" name="Google Shape;366;p33">
            <a:extLst>
              <a:ext uri="{FF2B5EF4-FFF2-40B4-BE49-F238E27FC236}">
                <a16:creationId xmlns:a16="http://schemas.microsoft.com/office/drawing/2014/main" id="{B26C3478-1B1E-8E8E-C160-11031AD8DAEE}"/>
              </a:ext>
            </a:extLst>
          </p:cNvPr>
          <p:cNvSpPr txBox="1">
            <a:spLocks/>
          </p:cNvSpPr>
          <p:nvPr/>
        </p:nvSpPr>
        <p:spPr>
          <a:xfrm>
            <a:off x="715100" y="3112427"/>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Inter Tight"/>
              <a:buNone/>
              <a:defRPr sz="3000" b="0" i="0" u="none" strike="noStrike" cap="none">
                <a:solidFill>
                  <a:schemeClr val="dk1"/>
                </a:solidFill>
                <a:latin typeface="Inter Tight Black"/>
                <a:ea typeface="Inter Tight Black"/>
                <a:cs typeface="Inter Tight Black"/>
                <a:sym typeface="Inter Tight Black"/>
              </a:defRPr>
            </a:lvl1pPr>
            <a:lvl2pPr marR="0" lvl="1"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2pPr>
            <a:lvl3pPr marR="0" lvl="2"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3pPr>
            <a:lvl4pPr marR="0" lvl="3"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4pPr>
            <a:lvl5pPr marR="0" lvl="4"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5pPr>
            <a:lvl6pPr marR="0" lvl="5"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6pPr>
            <a:lvl7pPr marR="0" lvl="6"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7pPr>
            <a:lvl8pPr marR="0" lvl="7"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8pPr>
            <a:lvl9pPr marR="0" lvl="8"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9pPr>
          </a:lstStyle>
          <a:p>
            <a:r>
              <a:rPr lang="en"/>
              <a:t>04</a:t>
            </a:r>
          </a:p>
        </p:txBody>
      </p:sp>
      <p:sp>
        <p:nvSpPr>
          <p:cNvPr id="30" name="Google Shape;367;p33">
            <a:extLst>
              <a:ext uri="{FF2B5EF4-FFF2-40B4-BE49-F238E27FC236}">
                <a16:creationId xmlns:a16="http://schemas.microsoft.com/office/drawing/2014/main" id="{37E13A8C-E14B-0EBF-F3BC-FBEBF5D10D62}"/>
              </a:ext>
            </a:extLst>
          </p:cNvPr>
          <p:cNvSpPr txBox="1">
            <a:spLocks/>
          </p:cNvSpPr>
          <p:nvPr/>
        </p:nvSpPr>
        <p:spPr>
          <a:xfrm>
            <a:off x="3528600" y="1416373"/>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Inter Tight"/>
              <a:buNone/>
              <a:defRPr sz="3000" b="0" i="0" u="none" strike="noStrike" cap="none">
                <a:solidFill>
                  <a:schemeClr val="dk1"/>
                </a:solidFill>
                <a:latin typeface="Inter Tight Black"/>
                <a:ea typeface="Inter Tight Black"/>
                <a:cs typeface="Inter Tight Black"/>
                <a:sym typeface="Inter Tight Black"/>
              </a:defRPr>
            </a:lvl1pPr>
            <a:lvl2pPr marR="0" lvl="1"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2pPr>
            <a:lvl3pPr marR="0" lvl="2"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3pPr>
            <a:lvl4pPr marR="0" lvl="3"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4pPr>
            <a:lvl5pPr marR="0" lvl="4"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5pPr>
            <a:lvl6pPr marR="0" lvl="5"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6pPr>
            <a:lvl7pPr marR="0" lvl="6"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7pPr>
            <a:lvl8pPr marR="0" lvl="7"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8pPr>
            <a:lvl9pPr marR="0" lvl="8"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9pPr>
          </a:lstStyle>
          <a:p>
            <a:r>
              <a:rPr lang="en-US" dirty="0"/>
              <a:t>02</a:t>
            </a:r>
          </a:p>
        </p:txBody>
      </p:sp>
      <p:sp>
        <p:nvSpPr>
          <p:cNvPr id="31" name="Google Shape;368;p33">
            <a:extLst>
              <a:ext uri="{FF2B5EF4-FFF2-40B4-BE49-F238E27FC236}">
                <a16:creationId xmlns:a16="http://schemas.microsoft.com/office/drawing/2014/main" id="{B93D06E1-DFA0-6852-C1C4-2857E0D97DCE}"/>
              </a:ext>
            </a:extLst>
          </p:cNvPr>
          <p:cNvSpPr txBox="1">
            <a:spLocks/>
          </p:cNvSpPr>
          <p:nvPr/>
        </p:nvSpPr>
        <p:spPr>
          <a:xfrm>
            <a:off x="3528600" y="3112427"/>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Inter Tight"/>
              <a:buNone/>
              <a:defRPr sz="3000" b="0" i="0" u="none" strike="noStrike" cap="none">
                <a:solidFill>
                  <a:schemeClr val="dk1"/>
                </a:solidFill>
                <a:latin typeface="Inter Tight Black"/>
                <a:ea typeface="Inter Tight Black"/>
                <a:cs typeface="Inter Tight Black"/>
                <a:sym typeface="Inter Tight Black"/>
              </a:defRPr>
            </a:lvl1pPr>
            <a:lvl2pPr marR="0" lvl="1"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2pPr>
            <a:lvl3pPr marR="0" lvl="2"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3pPr>
            <a:lvl4pPr marR="0" lvl="3"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4pPr>
            <a:lvl5pPr marR="0" lvl="4"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5pPr>
            <a:lvl6pPr marR="0" lvl="5"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6pPr>
            <a:lvl7pPr marR="0" lvl="6"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7pPr>
            <a:lvl8pPr marR="0" lvl="7"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8pPr>
            <a:lvl9pPr marR="0" lvl="8"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9pPr>
          </a:lstStyle>
          <a:p>
            <a:r>
              <a:rPr lang="en"/>
              <a:t>05</a:t>
            </a:r>
          </a:p>
        </p:txBody>
      </p:sp>
      <p:sp>
        <p:nvSpPr>
          <p:cNvPr id="32" name="Google Shape;369;p33">
            <a:extLst>
              <a:ext uri="{FF2B5EF4-FFF2-40B4-BE49-F238E27FC236}">
                <a16:creationId xmlns:a16="http://schemas.microsoft.com/office/drawing/2014/main" id="{29E9888F-F03D-1883-32D8-8059487CC463}"/>
              </a:ext>
            </a:extLst>
          </p:cNvPr>
          <p:cNvSpPr txBox="1">
            <a:spLocks/>
          </p:cNvSpPr>
          <p:nvPr/>
        </p:nvSpPr>
        <p:spPr>
          <a:xfrm>
            <a:off x="6342100" y="1416373"/>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Inter Tight"/>
              <a:buNone/>
              <a:defRPr sz="3000" b="0" i="0" u="none" strike="noStrike" cap="none">
                <a:solidFill>
                  <a:schemeClr val="dk1"/>
                </a:solidFill>
                <a:latin typeface="Inter Tight Black"/>
                <a:ea typeface="Inter Tight Black"/>
                <a:cs typeface="Inter Tight Black"/>
                <a:sym typeface="Inter Tight Black"/>
              </a:defRPr>
            </a:lvl1pPr>
            <a:lvl2pPr marR="0" lvl="1"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2pPr>
            <a:lvl3pPr marR="0" lvl="2"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3pPr>
            <a:lvl4pPr marR="0" lvl="3"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4pPr>
            <a:lvl5pPr marR="0" lvl="4"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5pPr>
            <a:lvl6pPr marR="0" lvl="5"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6pPr>
            <a:lvl7pPr marR="0" lvl="6"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7pPr>
            <a:lvl8pPr marR="0" lvl="7"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8pPr>
            <a:lvl9pPr marR="0" lvl="8"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9pPr>
          </a:lstStyle>
          <a:p>
            <a:r>
              <a:rPr lang="en"/>
              <a:t>03</a:t>
            </a:r>
          </a:p>
        </p:txBody>
      </p:sp>
      <p:sp>
        <p:nvSpPr>
          <p:cNvPr id="33" name="Google Shape;370;p33">
            <a:extLst>
              <a:ext uri="{FF2B5EF4-FFF2-40B4-BE49-F238E27FC236}">
                <a16:creationId xmlns:a16="http://schemas.microsoft.com/office/drawing/2014/main" id="{C3EBFF6C-7C21-2397-FB14-FEC14C714958}"/>
              </a:ext>
            </a:extLst>
          </p:cNvPr>
          <p:cNvSpPr txBox="1">
            <a:spLocks/>
          </p:cNvSpPr>
          <p:nvPr/>
        </p:nvSpPr>
        <p:spPr>
          <a:xfrm>
            <a:off x="6342100" y="3112427"/>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Inter Tight"/>
              <a:buNone/>
              <a:defRPr sz="3000" b="0" i="0" u="none" strike="noStrike" cap="none">
                <a:solidFill>
                  <a:schemeClr val="dk1"/>
                </a:solidFill>
                <a:latin typeface="Inter Tight Black"/>
                <a:ea typeface="Inter Tight Black"/>
                <a:cs typeface="Inter Tight Black"/>
                <a:sym typeface="Inter Tight Black"/>
              </a:defRPr>
            </a:lvl1pPr>
            <a:lvl2pPr marR="0" lvl="1"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2pPr>
            <a:lvl3pPr marR="0" lvl="2"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3pPr>
            <a:lvl4pPr marR="0" lvl="3"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4pPr>
            <a:lvl5pPr marR="0" lvl="4"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5pPr>
            <a:lvl6pPr marR="0" lvl="5"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6pPr>
            <a:lvl7pPr marR="0" lvl="6"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7pPr>
            <a:lvl8pPr marR="0" lvl="7"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8pPr>
            <a:lvl9pPr marR="0" lvl="8"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9pPr>
          </a:lstStyle>
          <a:p>
            <a:r>
              <a:rPr lang="en"/>
              <a:t>06</a:t>
            </a:r>
          </a:p>
        </p:txBody>
      </p:sp>
      <p:sp>
        <p:nvSpPr>
          <p:cNvPr id="34" name="Google Shape;371;p33">
            <a:extLst>
              <a:ext uri="{FF2B5EF4-FFF2-40B4-BE49-F238E27FC236}">
                <a16:creationId xmlns:a16="http://schemas.microsoft.com/office/drawing/2014/main" id="{ECF07931-12D4-16A5-7B44-EB09CDBFBF1B}"/>
              </a:ext>
            </a:extLst>
          </p:cNvPr>
          <p:cNvSpPr txBox="1">
            <a:spLocks noGrp="1"/>
          </p:cNvSpPr>
          <p:nvPr>
            <p:ph type="subTitle" idx="1"/>
          </p:nvPr>
        </p:nvSpPr>
        <p:spPr>
          <a:xfrm>
            <a:off x="715100" y="1988950"/>
            <a:ext cx="2086800" cy="678900"/>
          </a:xfrm>
          <a:prstGeom prst="rect">
            <a:avLst/>
          </a:prstGeom>
        </p:spPr>
        <p:txBody>
          <a:bodyPr spcFirstLastPara="1" wrap="square" lIns="91425" tIns="91425" rIns="91425" bIns="91425" anchor="b" anchorCtr="0">
            <a:noAutofit/>
          </a:bodyPr>
          <a:lstStyle/>
          <a:p>
            <a:pPr marL="0" lvl="0" indent="0"/>
            <a:r>
              <a:rPr lang="en-US" dirty="0"/>
              <a:t>Introduction</a:t>
            </a:r>
            <a:endParaRPr dirty="0"/>
          </a:p>
        </p:txBody>
      </p:sp>
      <p:sp>
        <p:nvSpPr>
          <p:cNvPr id="35" name="Google Shape;372;p33">
            <a:extLst>
              <a:ext uri="{FF2B5EF4-FFF2-40B4-BE49-F238E27FC236}">
                <a16:creationId xmlns:a16="http://schemas.microsoft.com/office/drawing/2014/main" id="{6BA9C677-C676-F594-F84A-2A9F384BED27}"/>
              </a:ext>
            </a:extLst>
          </p:cNvPr>
          <p:cNvSpPr txBox="1">
            <a:spLocks noGrp="1"/>
          </p:cNvSpPr>
          <p:nvPr>
            <p:ph type="subTitle" idx="8"/>
          </p:nvPr>
        </p:nvSpPr>
        <p:spPr>
          <a:xfrm>
            <a:off x="3211899" y="1940788"/>
            <a:ext cx="2086800" cy="678900"/>
          </a:xfrm>
          <a:prstGeom prst="rect">
            <a:avLst/>
          </a:prstGeom>
        </p:spPr>
        <p:txBody>
          <a:bodyPr spcFirstLastPara="1" wrap="square" lIns="91425" tIns="91425" rIns="91425" bIns="91425" anchor="b" anchorCtr="0">
            <a:noAutofit/>
          </a:bodyPr>
          <a:lstStyle/>
          <a:p>
            <a:pPr marL="0" lvl="0" indent="0"/>
            <a:r>
              <a:rPr lang="en-US" dirty="0"/>
              <a:t>KPI OVERVIEW</a:t>
            </a:r>
          </a:p>
        </p:txBody>
      </p:sp>
      <p:sp>
        <p:nvSpPr>
          <p:cNvPr id="36" name="Google Shape;373;p33">
            <a:extLst>
              <a:ext uri="{FF2B5EF4-FFF2-40B4-BE49-F238E27FC236}">
                <a16:creationId xmlns:a16="http://schemas.microsoft.com/office/drawing/2014/main" id="{430C2F58-5C09-B1BF-8463-9066D6DBF26B}"/>
              </a:ext>
            </a:extLst>
          </p:cNvPr>
          <p:cNvSpPr txBox="1">
            <a:spLocks noGrp="1"/>
          </p:cNvSpPr>
          <p:nvPr>
            <p:ph type="subTitle" idx="9"/>
          </p:nvPr>
        </p:nvSpPr>
        <p:spPr>
          <a:xfrm>
            <a:off x="6342099" y="1988950"/>
            <a:ext cx="2515461" cy="678900"/>
          </a:xfrm>
          <a:prstGeom prst="rect">
            <a:avLst/>
          </a:prstGeom>
        </p:spPr>
        <p:txBody>
          <a:bodyPr spcFirstLastPara="1" wrap="square" lIns="91425" tIns="91425" rIns="91425" bIns="91425" anchor="b" anchorCtr="0">
            <a:noAutofit/>
          </a:bodyPr>
          <a:lstStyle/>
          <a:p>
            <a:pPr marL="0" lvl="0" indent="0"/>
            <a:r>
              <a:rPr lang="en-US" dirty="0"/>
              <a:t>Sales Distribution </a:t>
            </a:r>
            <a:endParaRPr dirty="0"/>
          </a:p>
        </p:txBody>
      </p:sp>
      <p:sp>
        <p:nvSpPr>
          <p:cNvPr id="37" name="Google Shape;374;p33">
            <a:extLst>
              <a:ext uri="{FF2B5EF4-FFF2-40B4-BE49-F238E27FC236}">
                <a16:creationId xmlns:a16="http://schemas.microsoft.com/office/drawing/2014/main" id="{A76FA19E-5507-539E-E4CD-7531BE14E1B4}"/>
              </a:ext>
            </a:extLst>
          </p:cNvPr>
          <p:cNvSpPr txBox="1">
            <a:spLocks noGrp="1"/>
          </p:cNvSpPr>
          <p:nvPr>
            <p:ph type="subTitle" idx="13"/>
          </p:nvPr>
        </p:nvSpPr>
        <p:spPr>
          <a:xfrm>
            <a:off x="715100" y="3685125"/>
            <a:ext cx="2086800" cy="678900"/>
          </a:xfrm>
          <a:prstGeom prst="rect">
            <a:avLst/>
          </a:prstGeom>
        </p:spPr>
        <p:txBody>
          <a:bodyPr spcFirstLastPara="1" wrap="square" lIns="91425" tIns="91425" rIns="91425" bIns="91425" anchor="b" anchorCtr="0">
            <a:noAutofit/>
          </a:bodyPr>
          <a:lstStyle/>
          <a:p>
            <a:pPr marL="0" lvl="0" indent="0"/>
            <a:r>
              <a:rPr lang="en-US" dirty="0"/>
              <a:t>Monthly Breakdown </a:t>
            </a:r>
          </a:p>
        </p:txBody>
      </p:sp>
      <p:sp>
        <p:nvSpPr>
          <p:cNvPr id="38" name="Google Shape;375;p33">
            <a:extLst>
              <a:ext uri="{FF2B5EF4-FFF2-40B4-BE49-F238E27FC236}">
                <a16:creationId xmlns:a16="http://schemas.microsoft.com/office/drawing/2014/main" id="{EAE6CEDC-9DC7-1DFD-CF09-516145C80E30}"/>
              </a:ext>
            </a:extLst>
          </p:cNvPr>
          <p:cNvSpPr txBox="1">
            <a:spLocks noGrp="1"/>
          </p:cNvSpPr>
          <p:nvPr>
            <p:ph type="subTitle" idx="14"/>
          </p:nvPr>
        </p:nvSpPr>
        <p:spPr>
          <a:xfrm>
            <a:off x="3238959" y="3685125"/>
            <a:ext cx="2376441" cy="678900"/>
          </a:xfrm>
          <a:prstGeom prst="rect">
            <a:avLst/>
          </a:prstGeom>
        </p:spPr>
        <p:txBody>
          <a:bodyPr spcFirstLastPara="1" wrap="square" lIns="91425" tIns="91425" rIns="91425" bIns="91425" anchor="b" anchorCtr="0">
            <a:noAutofit/>
          </a:bodyPr>
          <a:lstStyle/>
          <a:p>
            <a:pPr marL="0" lvl="0" indent="0"/>
            <a:r>
              <a:rPr lang="en-US" dirty="0"/>
              <a:t>YTD vs. PYTD Sales Trend </a:t>
            </a:r>
            <a:endParaRPr dirty="0"/>
          </a:p>
        </p:txBody>
      </p:sp>
      <p:sp>
        <p:nvSpPr>
          <p:cNvPr id="39" name="Google Shape;376;p33">
            <a:extLst>
              <a:ext uri="{FF2B5EF4-FFF2-40B4-BE49-F238E27FC236}">
                <a16:creationId xmlns:a16="http://schemas.microsoft.com/office/drawing/2014/main" id="{CD040810-0E7C-FD13-3199-5E41BCD39F71}"/>
              </a:ext>
            </a:extLst>
          </p:cNvPr>
          <p:cNvSpPr txBox="1">
            <a:spLocks noGrp="1"/>
          </p:cNvSpPr>
          <p:nvPr>
            <p:ph type="subTitle" idx="15"/>
          </p:nvPr>
        </p:nvSpPr>
        <p:spPr>
          <a:xfrm>
            <a:off x="6342099" y="3685125"/>
            <a:ext cx="2086800" cy="678900"/>
          </a:xfrm>
          <a:prstGeom prst="rect">
            <a:avLst/>
          </a:prstGeom>
        </p:spPr>
        <p:txBody>
          <a:bodyPr spcFirstLastPara="1" wrap="square" lIns="91425" tIns="91425" rIns="91425" bIns="91425" anchor="b" anchorCtr="0">
            <a:noAutofit/>
          </a:bodyPr>
          <a:lstStyle/>
          <a:p>
            <a:pPr marL="0" lvl="0" indent="0"/>
            <a:r>
              <a:rPr lang="en-US" dirty="0"/>
              <a:t>Limitations and future work </a:t>
            </a:r>
            <a:endParaRPr dirty="0"/>
          </a:p>
        </p:txBody>
      </p:sp>
      <p:sp>
        <p:nvSpPr>
          <p:cNvPr id="59" name="Google Shape;367;p33">
            <a:extLst>
              <a:ext uri="{FF2B5EF4-FFF2-40B4-BE49-F238E27FC236}">
                <a16:creationId xmlns:a16="http://schemas.microsoft.com/office/drawing/2014/main" id="{D9061031-1BF3-6127-7951-5F4D1B02BB1D}"/>
              </a:ext>
            </a:extLst>
          </p:cNvPr>
          <p:cNvSpPr txBox="1">
            <a:spLocks/>
          </p:cNvSpPr>
          <p:nvPr/>
        </p:nvSpPr>
        <p:spPr>
          <a:xfrm>
            <a:off x="703855" y="1416250"/>
            <a:ext cx="734700" cy="5727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Inter Tight"/>
              <a:buNone/>
              <a:defRPr sz="3000" b="0" i="0" u="none" strike="noStrike" cap="none">
                <a:solidFill>
                  <a:schemeClr val="dk1"/>
                </a:solidFill>
                <a:latin typeface="Inter Tight Black"/>
                <a:ea typeface="Inter Tight Black"/>
                <a:cs typeface="Inter Tight Black"/>
                <a:sym typeface="Inter Tight Black"/>
              </a:defRPr>
            </a:lvl1pPr>
            <a:lvl2pPr marR="0" lvl="1"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2pPr>
            <a:lvl3pPr marR="0" lvl="2"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3pPr>
            <a:lvl4pPr marR="0" lvl="3"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4pPr>
            <a:lvl5pPr marR="0" lvl="4"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5pPr>
            <a:lvl6pPr marR="0" lvl="5"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6pPr>
            <a:lvl7pPr marR="0" lvl="6"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7pPr>
            <a:lvl8pPr marR="0" lvl="7"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8pPr>
            <a:lvl9pPr marR="0" lvl="8" algn="l" rtl="0">
              <a:lnSpc>
                <a:spcPct val="100000"/>
              </a:lnSpc>
              <a:spcBef>
                <a:spcPts val="0"/>
              </a:spcBef>
              <a:spcAft>
                <a:spcPts val="0"/>
              </a:spcAft>
              <a:buClr>
                <a:schemeClr val="dk1"/>
              </a:buClr>
              <a:buSzPts val="3000"/>
              <a:buFont typeface="Inter Tight"/>
              <a:buNone/>
              <a:defRPr sz="3000" b="1" i="0" u="none" strike="noStrike" cap="none">
                <a:solidFill>
                  <a:schemeClr val="dk1"/>
                </a:solidFill>
                <a:latin typeface="Inter Tight"/>
                <a:ea typeface="Inter Tight"/>
                <a:cs typeface="Inter Tight"/>
                <a:sym typeface="Inter Tight"/>
              </a:defRPr>
            </a:lvl9pPr>
          </a:lstStyle>
          <a:p>
            <a:r>
              <a:rPr lang="en-US" dirty="0"/>
              <a:t>01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4"/>
          <p:cNvSpPr txBox="1">
            <a:spLocks noGrp="1"/>
          </p:cNvSpPr>
          <p:nvPr>
            <p:ph type="title"/>
          </p:nvPr>
        </p:nvSpPr>
        <p:spPr>
          <a:xfrm>
            <a:off x="794427" y="160142"/>
            <a:ext cx="8030595" cy="1003200"/>
          </a:xfrm>
          <a:prstGeom prst="rect">
            <a:avLst/>
          </a:prstGeom>
        </p:spPr>
        <p:txBody>
          <a:bodyPr spcFirstLastPara="1" wrap="square" lIns="91425" tIns="91425" rIns="91425" bIns="91425" anchor="t" anchorCtr="0">
            <a:noAutofit/>
          </a:bodyPr>
          <a:lstStyle/>
          <a:p>
            <a:pPr lvl="0"/>
            <a:r>
              <a:rPr lang="en-US" dirty="0"/>
              <a:t>Introduction &amp; Project Overview</a:t>
            </a:r>
            <a:endParaRPr dirty="0"/>
          </a:p>
        </p:txBody>
      </p:sp>
      <p:sp>
        <p:nvSpPr>
          <p:cNvPr id="382" name="Google Shape;382;p34"/>
          <p:cNvSpPr txBox="1">
            <a:spLocks noGrp="1"/>
          </p:cNvSpPr>
          <p:nvPr>
            <p:ph type="body" idx="1"/>
          </p:nvPr>
        </p:nvSpPr>
        <p:spPr>
          <a:xfrm>
            <a:off x="430645" y="1302108"/>
            <a:ext cx="3698180" cy="1454400"/>
          </a:xfrm>
          <a:prstGeom prst="rect">
            <a:avLst/>
          </a:prstGeom>
        </p:spPr>
        <p:txBody>
          <a:bodyPr spcFirstLastPara="1" wrap="square" lIns="91425" tIns="91425" rIns="91425" bIns="91425" anchor="t" anchorCtr="0">
            <a:noAutofit/>
          </a:bodyPr>
          <a:lstStyle/>
          <a:p>
            <a:pPr marL="0" lvl="0" indent="0">
              <a:buNone/>
            </a:pPr>
            <a:r>
              <a:rPr lang="en-US" sz="1400" dirty="0"/>
              <a:t>The main purpose of my project was to convert raw e-commerce sales data into meaningful insights using Power BI.</a:t>
            </a:r>
            <a:br>
              <a:rPr lang="en-US" sz="1400" dirty="0"/>
            </a:br>
            <a:endParaRPr lang="en-US" sz="1400" dirty="0"/>
          </a:p>
          <a:p>
            <a:pPr marL="0" lvl="0" indent="0">
              <a:buNone/>
            </a:pPr>
            <a:r>
              <a:rPr lang="en-US" sz="1400" dirty="0"/>
              <a:t>Through this dashboard, we can understand </a:t>
            </a:r>
            <a:r>
              <a:rPr lang="en-US" sz="1400" b="1" dirty="0"/>
              <a:t>total sales, profit, monthly trends, regional performance, product-wise contributions, and customer behavior. </a:t>
            </a:r>
          </a:p>
          <a:p>
            <a:pPr marL="0" lvl="0" indent="0">
              <a:buNone/>
            </a:pPr>
            <a:endParaRPr lang="en-US" sz="1400" dirty="0"/>
          </a:p>
          <a:p>
            <a:pPr marL="0" lvl="0" indent="0">
              <a:buNone/>
            </a:pPr>
            <a:r>
              <a:rPr lang="en-US" sz="1400" dirty="0"/>
              <a:t>This helps in making informed business decisions and optimizing operations.</a:t>
            </a:r>
          </a:p>
        </p:txBody>
      </p:sp>
      <p:pic>
        <p:nvPicPr>
          <p:cNvPr id="384" name="Google Shape;384;p34"/>
          <p:cNvPicPr preferRelativeResize="0"/>
          <p:nvPr/>
        </p:nvPicPr>
        <p:blipFill rotWithShape="1">
          <a:blip r:embed="rId3">
            <a:alphaModFix/>
          </a:blip>
          <a:srcRect/>
          <a:stretch/>
        </p:blipFill>
        <p:spPr>
          <a:xfrm rot="-10799969">
            <a:off x="3516311" y="3419480"/>
            <a:ext cx="1785354" cy="1303311"/>
          </a:xfrm>
          <a:prstGeom prst="rect">
            <a:avLst/>
          </a:prstGeom>
          <a:noFill/>
          <a:ln>
            <a:noFill/>
          </a:ln>
        </p:spPr>
      </p:pic>
      <p:grpSp>
        <p:nvGrpSpPr>
          <p:cNvPr id="4" name="Google Shape;1548;p58">
            <a:extLst>
              <a:ext uri="{FF2B5EF4-FFF2-40B4-BE49-F238E27FC236}">
                <a16:creationId xmlns:a16="http://schemas.microsoft.com/office/drawing/2014/main" id="{9C8BBE40-2B71-9DA5-09F8-BC321D9A1673}"/>
              </a:ext>
            </a:extLst>
          </p:cNvPr>
          <p:cNvGrpSpPr/>
          <p:nvPr/>
        </p:nvGrpSpPr>
        <p:grpSpPr>
          <a:xfrm rot="5400000">
            <a:off x="2783388" y="2431591"/>
            <a:ext cx="3577224" cy="886350"/>
            <a:chOff x="3415025" y="563200"/>
            <a:chExt cx="1595286" cy="154800"/>
          </a:xfrm>
        </p:grpSpPr>
        <p:sp>
          <p:nvSpPr>
            <p:cNvPr id="5" name="Google Shape;1549;p58">
              <a:extLst>
                <a:ext uri="{FF2B5EF4-FFF2-40B4-BE49-F238E27FC236}">
                  <a16:creationId xmlns:a16="http://schemas.microsoft.com/office/drawing/2014/main" id="{BF6B4452-CEEF-E3E1-422D-39544DE258C0}"/>
                </a:ext>
              </a:extLst>
            </p:cNvPr>
            <p:cNvSpPr/>
            <p:nvPr/>
          </p:nvSpPr>
          <p:spPr>
            <a:xfrm>
              <a:off x="3415025" y="563200"/>
              <a:ext cx="381000" cy="154800"/>
            </a:xfrm>
            <a:prstGeom prst="chevron">
              <a:avLst>
                <a:gd name="adj" fmla="val 50000"/>
              </a:avLst>
            </a:prstGeom>
            <a:solidFill>
              <a:schemeClr val="accent3">
                <a:lumMod val="5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rgbClr val="22244E"/>
                </a:solidFill>
                <a:latin typeface="Inter"/>
                <a:ea typeface="Inter"/>
                <a:cs typeface="Inter"/>
                <a:sym typeface="Inter"/>
              </a:endParaRPr>
            </a:p>
          </p:txBody>
        </p:sp>
        <p:sp>
          <p:nvSpPr>
            <p:cNvPr id="6" name="Google Shape;1550;p58">
              <a:extLst>
                <a:ext uri="{FF2B5EF4-FFF2-40B4-BE49-F238E27FC236}">
                  <a16:creationId xmlns:a16="http://schemas.microsoft.com/office/drawing/2014/main" id="{D3F3232A-804D-37AD-EBB7-64C121E77255}"/>
                </a:ext>
              </a:extLst>
            </p:cNvPr>
            <p:cNvSpPr/>
            <p:nvPr/>
          </p:nvSpPr>
          <p:spPr>
            <a:xfrm>
              <a:off x="3718596" y="563200"/>
              <a:ext cx="381000" cy="154800"/>
            </a:xfrm>
            <a:prstGeom prst="chevron">
              <a:avLst>
                <a:gd name="adj" fmla="val 50000"/>
              </a:avLst>
            </a:prstGeom>
            <a:solidFill>
              <a:schemeClr val="accent3">
                <a:lumMod val="75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dirty="0">
                <a:solidFill>
                  <a:srgbClr val="22244E"/>
                </a:solidFill>
                <a:latin typeface="Inter"/>
                <a:ea typeface="Inter"/>
                <a:cs typeface="Inter"/>
                <a:sym typeface="Inter"/>
              </a:endParaRPr>
            </a:p>
          </p:txBody>
        </p:sp>
        <p:sp>
          <p:nvSpPr>
            <p:cNvPr id="7" name="Google Shape;1551;p58">
              <a:extLst>
                <a:ext uri="{FF2B5EF4-FFF2-40B4-BE49-F238E27FC236}">
                  <a16:creationId xmlns:a16="http://schemas.microsoft.com/office/drawing/2014/main" id="{B2F05DDD-A831-2B5C-2960-156EFB374627}"/>
                </a:ext>
              </a:extLst>
            </p:cNvPr>
            <p:cNvSpPr/>
            <p:nvPr/>
          </p:nvSpPr>
          <p:spPr>
            <a:xfrm>
              <a:off x="4022168" y="563200"/>
              <a:ext cx="381000" cy="154800"/>
            </a:xfrm>
            <a:prstGeom prst="chevron">
              <a:avLst>
                <a:gd name="adj" fmla="val 50000"/>
              </a:avLst>
            </a:prstGeom>
            <a:solidFill>
              <a:schemeClr val="accent3">
                <a:lumMod val="60000"/>
                <a:lumOff val="4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dirty="0">
                <a:solidFill>
                  <a:srgbClr val="22244E"/>
                </a:solidFill>
                <a:latin typeface="Inter"/>
                <a:ea typeface="Inter"/>
                <a:cs typeface="Inter"/>
                <a:sym typeface="Inter"/>
              </a:endParaRPr>
            </a:p>
          </p:txBody>
        </p:sp>
        <p:sp>
          <p:nvSpPr>
            <p:cNvPr id="8" name="Google Shape;1552;p58">
              <a:extLst>
                <a:ext uri="{FF2B5EF4-FFF2-40B4-BE49-F238E27FC236}">
                  <a16:creationId xmlns:a16="http://schemas.microsoft.com/office/drawing/2014/main" id="{C70F9FB4-29F0-931E-68D7-24B029955063}"/>
                </a:ext>
              </a:extLst>
            </p:cNvPr>
            <p:cNvSpPr/>
            <p:nvPr/>
          </p:nvSpPr>
          <p:spPr>
            <a:xfrm>
              <a:off x="4325739" y="563200"/>
              <a:ext cx="381000" cy="154800"/>
            </a:xfrm>
            <a:prstGeom prst="chevron">
              <a:avLst>
                <a:gd name="adj" fmla="val 50000"/>
              </a:avLst>
            </a:prstGeom>
            <a:solidFill>
              <a:schemeClr val="accent3">
                <a:lumMod val="40000"/>
                <a:lumOff val="6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dirty="0">
                <a:solidFill>
                  <a:srgbClr val="22244E"/>
                </a:solidFill>
                <a:latin typeface="Inter"/>
                <a:ea typeface="Inter"/>
                <a:cs typeface="Inter"/>
                <a:sym typeface="Inter"/>
              </a:endParaRPr>
            </a:p>
          </p:txBody>
        </p:sp>
        <p:sp>
          <p:nvSpPr>
            <p:cNvPr id="9" name="Google Shape;1553;p58">
              <a:extLst>
                <a:ext uri="{FF2B5EF4-FFF2-40B4-BE49-F238E27FC236}">
                  <a16:creationId xmlns:a16="http://schemas.microsoft.com/office/drawing/2014/main" id="{D0CA337D-737A-27EF-F802-FD1217D520C6}"/>
                </a:ext>
              </a:extLst>
            </p:cNvPr>
            <p:cNvSpPr/>
            <p:nvPr/>
          </p:nvSpPr>
          <p:spPr>
            <a:xfrm>
              <a:off x="4629311" y="563200"/>
              <a:ext cx="381000" cy="154800"/>
            </a:xfrm>
            <a:prstGeom prst="chevron">
              <a:avLst>
                <a:gd name="adj" fmla="val 50000"/>
              </a:avLst>
            </a:prstGeom>
            <a:solidFill>
              <a:schemeClr val="accent3">
                <a:lumMod val="20000"/>
                <a:lumOff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b="1">
                <a:solidFill>
                  <a:srgbClr val="22244E"/>
                </a:solidFill>
                <a:latin typeface="Inter"/>
                <a:ea typeface="Inter"/>
                <a:cs typeface="Inter"/>
                <a:sym typeface="Inter"/>
              </a:endParaRPr>
            </a:p>
          </p:txBody>
        </p:sp>
      </p:grpSp>
      <p:graphicFrame>
        <p:nvGraphicFramePr>
          <p:cNvPr id="13" name="Table 12">
            <a:extLst>
              <a:ext uri="{FF2B5EF4-FFF2-40B4-BE49-F238E27FC236}">
                <a16:creationId xmlns:a16="http://schemas.microsoft.com/office/drawing/2014/main" id="{C71EE949-1B21-ADB6-54FD-1412D49DA419}"/>
              </a:ext>
            </a:extLst>
          </p:cNvPr>
          <p:cNvGraphicFramePr>
            <a:graphicFrameLocks noGrp="1"/>
          </p:cNvGraphicFramePr>
          <p:nvPr>
            <p:extLst>
              <p:ext uri="{D42A27DB-BD31-4B8C-83A1-F6EECF244321}">
                <p14:modId xmlns:p14="http://schemas.microsoft.com/office/powerpoint/2010/main" val="2303509317"/>
              </p:ext>
            </p:extLst>
          </p:nvPr>
        </p:nvGraphicFramePr>
        <p:xfrm>
          <a:off x="5149173" y="1233792"/>
          <a:ext cx="3200400" cy="2946229"/>
        </p:xfrm>
        <a:graphic>
          <a:graphicData uri="http://schemas.openxmlformats.org/drawingml/2006/table">
            <a:tbl>
              <a:tblPr/>
              <a:tblGrid>
                <a:gridCol w="3200400">
                  <a:extLst>
                    <a:ext uri="{9D8B030D-6E8A-4147-A177-3AD203B41FA5}">
                      <a16:colId xmlns:a16="http://schemas.microsoft.com/office/drawing/2014/main" val="4064635144"/>
                    </a:ext>
                  </a:extLst>
                </a:gridCol>
              </a:tblGrid>
              <a:tr h="2946229">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1" dirty="0"/>
                        <a:t>Data Collection &amp; Sourcing</a:t>
                      </a:r>
                      <a:r>
                        <a:rPr lang="en-US" sz="1200" dirty="0"/>
                        <a:t>: The e-commerce sales data was collected from </a:t>
                      </a:r>
                      <a:r>
                        <a:rPr lang="en-US" sz="1200" b="1" dirty="0"/>
                        <a:t>Kaggle</a:t>
                      </a:r>
                      <a:r>
                        <a:rPr lang="en-US" sz="1200" dirty="0"/>
                        <a:t> in CSV format.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dirty="0"/>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200" b="1" dirty="0"/>
                        <a:t>Data Processing </a:t>
                      </a:r>
                      <a:r>
                        <a:rPr lang="en-US" sz="1200" dirty="0"/>
                        <a:t>: </a:t>
                      </a:r>
                      <a:r>
                        <a:rPr lang="en-US" sz="1200" b="1" dirty="0"/>
                        <a:t>Power Query</a:t>
                      </a:r>
                      <a:r>
                        <a:rPr lang="en-US" sz="1200" dirty="0"/>
                        <a:t> was used to clean the data, handle missing values, and format columns.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None/>
                        <a:tabLst/>
                        <a:defRPr/>
                      </a:pPr>
                      <a:endParaRPr lang="en-US" sz="1200" dirty="0"/>
                    </a:p>
                    <a:p>
                      <a:pPr marL="171450" indent="-171450">
                        <a:buFont typeface="Arial" panose="020B0604020202020204" pitchFamily="34" charset="0"/>
                        <a:buChar char="•"/>
                      </a:pPr>
                      <a:r>
                        <a:rPr lang="en-US" sz="1200" b="1" dirty="0"/>
                        <a:t>Data Modeling &amp; DAX (Power Pivot) : </a:t>
                      </a:r>
                      <a:r>
                        <a:rPr lang="en-US" sz="1200" dirty="0"/>
                        <a:t>Tables were connected using relationships, and </a:t>
                      </a:r>
                      <a:r>
                        <a:rPr lang="en-US" sz="1200" b="1" dirty="0"/>
                        <a:t>DAX</a:t>
                      </a:r>
                      <a:r>
                        <a:rPr lang="en-US" sz="1200" dirty="0"/>
                        <a:t> was used to create KPIs.</a:t>
                      </a:r>
                    </a:p>
                    <a:p>
                      <a:pPr marL="0" indent="0">
                        <a:buFont typeface="Arial" panose="020B0604020202020204" pitchFamily="34" charset="0"/>
                        <a:buNone/>
                      </a:pPr>
                      <a:endParaRPr lang="en-US" sz="1200" dirty="0"/>
                    </a:p>
                    <a:p>
                      <a:pPr marL="171450" indent="-171450">
                        <a:buFont typeface="Arial" panose="020B0604020202020204" pitchFamily="34" charset="0"/>
                        <a:buChar char="•"/>
                      </a:pPr>
                      <a:r>
                        <a:rPr lang="en-US" sz="1200" b="1" dirty="0"/>
                        <a:t>Visualization &amp; Design </a:t>
                      </a:r>
                      <a:r>
                        <a:rPr lang="en-US" sz="1200" dirty="0"/>
                        <a:t>: An interactive </a:t>
                      </a:r>
                      <a:r>
                        <a:rPr lang="en-US" sz="1200" b="1" dirty="0"/>
                        <a:t>Power BI dashboard</a:t>
                      </a:r>
                      <a:r>
                        <a:rPr lang="en-US" sz="1200" dirty="0"/>
                        <a:t> was created using charts, maps, and slicers.</a:t>
                      </a:r>
                    </a:p>
                  </a:txBody>
                  <a:tcPr marL="53103" marR="53103" marT="26552" marB="26552" anchor="ctr">
                    <a:lnL w="12700" cap="flat" cmpd="sng" algn="ctr">
                      <a:noFill/>
                      <a:prstDash val="solid"/>
                      <a:round/>
                      <a:headEnd type="none" w="med" len="med"/>
                      <a:tailEnd type="none" w="med" len="med"/>
                    </a:lnL>
                    <a:lnR>
                      <a:noFill/>
                    </a:lnR>
                    <a:lnT w="12700" cmpd="sng">
                      <a:noFill/>
                      <a:prstDash val="soli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76247059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grpSp>
        <p:nvGrpSpPr>
          <p:cNvPr id="398" name="Google Shape;398;p35"/>
          <p:cNvGrpSpPr/>
          <p:nvPr/>
        </p:nvGrpSpPr>
        <p:grpSpPr>
          <a:xfrm>
            <a:off x="1752770" y="1992285"/>
            <a:ext cx="2495900" cy="1822025"/>
            <a:chOff x="1752770" y="1992285"/>
            <a:chExt cx="2495900" cy="1822025"/>
          </a:xfrm>
        </p:grpSpPr>
        <p:pic>
          <p:nvPicPr>
            <p:cNvPr id="399" name="Google Shape;399;p35"/>
            <p:cNvPicPr preferRelativeResize="0"/>
            <p:nvPr/>
          </p:nvPicPr>
          <p:blipFill rotWithShape="1">
            <a:blip r:embed="rId3">
              <a:alphaModFix/>
            </a:blip>
            <a:srcRect/>
            <a:stretch/>
          </p:blipFill>
          <p:spPr>
            <a:xfrm rot="-10799971">
              <a:off x="1752770" y="1992296"/>
              <a:ext cx="2495900" cy="1822003"/>
            </a:xfrm>
            <a:prstGeom prst="rect">
              <a:avLst/>
            </a:prstGeom>
            <a:noFill/>
            <a:ln>
              <a:noFill/>
            </a:ln>
          </p:spPr>
        </p:pic>
        <p:pic>
          <p:nvPicPr>
            <p:cNvPr id="400" name="Google Shape;400;p35"/>
            <p:cNvPicPr preferRelativeResize="0"/>
            <p:nvPr/>
          </p:nvPicPr>
          <p:blipFill rotWithShape="1">
            <a:blip r:embed="rId4">
              <a:alphaModFix/>
            </a:blip>
            <a:srcRect t="2281" b="2271"/>
            <a:stretch/>
          </p:blipFill>
          <p:spPr>
            <a:xfrm>
              <a:off x="2427639" y="2345537"/>
              <a:ext cx="675885" cy="674099"/>
            </a:xfrm>
            <a:prstGeom prst="rect">
              <a:avLst/>
            </a:prstGeom>
            <a:noFill/>
            <a:ln>
              <a:noFill/>
            </a:ln>
          </p:spPr>
        </p:pic>
      </p:grpSp>
      <p:pic>
        <p:nvPicPr>
          <p:cNvPr id="6" name="Image 33">
            <a:extLst>
              <a:ext uri="{FF2B5EF4-FFF2-40B4-BE49-F238E27FC236}">
                <a16:creationId xmlns:a16="http://schemas.microsoft.com/office/drawing/2014/main" id="{4F68B0FE-234D-717D-7432-A9BAC2E97F97}"/>
              </a:ext>
            </a:extLst>
          </p:cNvPr>
          <p:cNvPicPr/>
          <p:nvPr/>
        </p:nvPicPr>
        <p:blipFill>
          <a:blip r:embed="rId5" cstate="print"/>
          <a:stretch>
            <a:fillRect/>
          </a:stretch>
        </p:blipFill>
        <p:spPr>
          <a:xfrm>
            <a:off x="108407" y="43848"/>
            <a:ext cx="8927186" cy="50996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6"/>
          <p:cNvSpPr txBox="1">
            <a:spLocks noGrp="1"/>
          </p:cNvSpPr>
          <p:nvPr>
            <p:ph type="title"/>
          </p:nvPr>
        </p:nvSpPr>
        <p:spPr>
          <a:xfrm>
            <a:off x="853112" y="57557"/>
            <a:ext cx="7704000" cy="572700"/>
          </a:xfrm>
          <a:prstGeom prst="rect">
            <a:avLst/>
          </a:prstGeom>
        </p:spPr>
        <p:txBody>
          <a:bodyPr spcFirstLastPara="1" wrap="square" lIns="91425" tIns="91425" rIns="91425" bIns="91425" anchor="t" anchorCtr="0">
            <a:noAutofit/>
          </a:bodyPr>
          <a:lstStyle/>
          <a:p>
            <a:pPr lvl="0" algn="ctr"/>
            <a:r>
              <a:rPr lang="en-US" dirty="0"/>
              <a:t>Key Performance Indicators</a:t>
            </a:r>
            <a:endParaRPr dirty="0"/>
          </a:p>
        </p:txBody>
      </p:sp>
      <p:grpSp>
        <p:nvGrpSpPr>
          <p:cNvPr id="412" name="Google Shape;412;p36"/>
          <p:cNvGrpSpPr/>
          <p:nvPr/>
        </p:nvGrpSpPr>
        <p:grpSpPr>
          <a:xfrm>
            <a:off x="5174162" y="1904677"/>
            <a:ext cx="490082" cy="489168"/>
            <a:chOff x="1421638" y="4125629"/>
            <a:chExt cx="374709" cy="374010"/>
          </a:xfrm>
        </p:grpSpPr>
        <p:sp>
          <p:nvSpPr>
            <p:cNvPr id="413" name="Google Shape;413;p36"/>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6"/>
          <p:cNvGrpSpPr/>
          <p:nvPr/>
        </p:nvGrpSpPr>
        <p:grpSpPr>
          <a:xfrm>
            <a:off x="948506" y="1846105"/>
            <a:ext cx="490090" cy="606319"/>
            <a:chOff x="2667821" y="3361108"/>
            <a:chExt cx="273046" cy="337801"/>
          </a:xfrm>
        </p:grpSpPr>
        <p:sp>
          <p:nvSpPr>
            <p:cNvPr id="416" name="Google Shape;416;p36"/>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Image 33">
            <a:extLst>
              <a:ext uri="{FF2B5EF4-FFF2-40B4-BE49-F238E27FC236}">
                <a16:creationId xmlns:a16="http://schemas.microsoft.com/office/drawing/2014/main" id="{2FD8BA88-1945-03B2-F137-26710397422D}"/>
              </a:ext>
            </a:extLst>
          </p:cNvPr>
          <p:cNvPicPr/>
          <p:nvPr/>
        </p:nvPicPr>
        <p:blipFill>
          <a:blip r:embed="rId3" cstate="print"/>
          <a:srcRect l="13059" r="45690" b="70958"/>
          <a:stretch>
            <a:fillRect/>
          </a:stretch>
        </p:blipFill>
        <p:spPr>
          <a:xfrm>
            <a:off x="4705112" y="720625"/>
            <a:ext cx="4438888" cy="2188474"/>
          </a:xfrm>
          <a:prstGeom prst="rect">
            <a:avLst/>
          </a:prstGeom>
        </p:spPr>
      </p:pic>
      <p:sp>
        <p:nvSpPr>
          <p:cNvPr id="11" name="TextBox 10">
            <a:extLst>
              <a:ext uri="{FF2B5EF4-FFF2-40B4-BE49-F238E27FC236}">
                <a16:creationId xmlns:a16="http://schemas.microsoft.com/office/drawing/2014/main" id="{256438C4-D2EF-C2C7-49D5-84FA9E4553B0}"/>
              </a:ext>
            </a:extLst>
          </p:cNvPr>
          <p:cNvSpPr txBox="1"/>
          <p:nvPr/>
        </p:nvSpPr>
        <p:spPr>
          <a:xfrm>
            <a:off x="541640" y="1098888"/>
            <a:ext cx="4163472" cy="3323987"/>
          </a:xfrm>
          <a:prstGeom prst="rect">
            <a:avLst/>
          </a:prstGeom>
          <a:noFill/>
        </p:spPr>
        <p:txBody>
          <a:bodyPr wrap="square" rtlCol="0">
            <a:spAutoFit/>
          </a:bodyPr>
          <a:lstStyle/>
          <a:p>
            <a:r>
              <a:rPr lang="en-US" dirty="0"/>
              <a:t>KPI cards that show YTD sales, total profit, profit margin, and quantity sold.</a:t>
            </a:r>
          </a:p>
          <a:p>
            <a:r>
              <a:rPr lang="en-US" dirty="0"/>
              <a:t>Sales have slightly decreased compared to last year</a:t>
            </a:r>
          </a:p>
          <a:p>
            <a:endParaRPr lang="en-US" dirty="0"/>
          </a:p>
          <a:p>
            <a:r>
              <a:rPr lang="en-US" dirty="0"/>
              <a:t>Even though sales decreased slightly, </a:t>
            </a:r>
            <a:r>
              <a:rPr lang="en-US" b="1" dirty="0"/>
              <a:t>profit increased</a:t>
            </a:r>
            <a:r>
              <a:rPr lang="en-US" dirty="0"/>
              <a:t>, which shows better cost control or pricing strategy</a:t>
            </a:r>
          </a:p>
          <a:p>
            <a:endParaRPr lang="en-US" dirty="0"/>
          </a:p>
          <a:p>
            <a:r>
              <a:rPr lang="en-US" dirty="0"/>
              <a:t>Profit margin increased from </a:t>
            </a:r>
            <a:r>
              <a:rPr lang="en-US" b="1" dirty="0"/>
              <a:t>10.99% to 11.58%</a:t>
            </a:r>
            <a:r>
              <a:rPr lang="en-US" dirty="0"/>
              <a:t>, which indicates improved business efficiency</a:t>
            </a:r>
          </a:p>
          <a:p>
            <a:endParaRPr lang="en-US" dirty="0"/>
          </a:p>
          <a:p>
            <a:r>
              <a:rPr lang="en-US" dirty="0"/>
              <a:t>Quantity sold decreased from </a:t>
            </a:r>
            <a:r>
              <a:rPr lang="en-US" b="1" dirty="0"/>
              <a:t>116K to 107.2K</a:t>
            </a:r>
            <a:r>
              <a:rPr lang="en-US" dirty="0"/>
              <a:t>, meaning fewer items were sold but more profit was generated per item.</a:t>
            </a:r>
          </a:p>
        </p:txBody>
      </p:sp>
      <p:pic>
        <p:nvPicPr>
          <p:cNvPr id="2" name="Image 22">
            <a:extLst>
              <a:ext uri="{FF2B5EF4-FFF2-40B4-BE49-F238E27FC236}">
                <a16:creationId xmlns:a16="http://schemas.microsoft.com/office/drawing/2014/main" id="{AE872E82-FA47-E4A2-2BA5-7ED695B44939}"/>
              </a:ext>
            </a:extLst>
          </p:cNvPr>
          <p:cNvPicPr/>
          <p:nvPr/>
        </p:nvPicPr>
        <p:blipFill>
          <a:blip r:embed="rId4" cstate="print"/>
          <a:stretch>
            <a:fillRect/>
          </a:stretch>
        </p:blipFill>
        <p:spPr>
          <a:xfrm>
            <a:off x="4705112" y="2999467"/>
            <a:ext cx="4340646" cy="1774007"/>
          </a:xfrm>
          <a:prstGeom prst="rect">
            <a:avLst/>
          </a:prstGeom>
          <a:ln>
            <a:solidFill>
              <a:schemeClr val="bg1"/>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682AD0D1-1569-2C26-26C1-C12ACA470BDA}"/>
            </a:ext>
          </a:extLst>
        </p:cNvPr>
        <p:cNvGrpSpPr/>
        <p:nvPr/>
      </p:nvGrpSpPr>
      <p:grpSpPr>
        <a:xfrm>
          <a:off x="0" y="0"/>
          <a:ext cx="0" cy="0"/>
          <a:chOff x="0" y="0"/>
          <a:chExt cx="0" cy="0"/>
        </a:xfrm>
      </p:grpSpPr>
      <p:sp>
        <p:nvSpPr>
          <p:cNvPr id="405" name="Google Shape;405;p36">
            <a:extLst>
              <a:ext uri="{FF2B5EF4-FFF2-40B4-BE49-F238E27FC236}">
                <a16:creationId xmlns:a16="http://schemas.microsoft.com/office/drawing/2014/main" id="{FA5D7AFD-BC8C-922C-BF5B-7D86A0A9F57B}"/>
              </a:ext>
            </a:extLst>
          </p:cNvPr>
          <p:cNvSpPr txBox="1">
            <a:spLocks noGrp="1"/>
          </p:cNvSpPr>
          <p:nvPr>
            <p:ph type="title"/>
          </p:nvPr>
        </p:nvSpPr>
        <p:spPr>
          <a:xfrm>
            <a:off x="819152" y="37657"/>
            <a:ext cx="7704000" cy="572700"/>
          </a:xfrm>
          <a:prstGeom prst="rect">
            <a:avLst/>
          </a:prstGeom>
        </p:spPr>
        <p:txBody>
          <a:bodyPr spcFirstLastPara="1" wrap="square" lIns="91425" tIns="91425" rIns="91425" bIns="91425" anchor="t" anchorCtr="0">
            <a:noAutofit/>
          </a:bodyPr>
          <a:lstStyle/>
          <a:p>
            <a:pPr lvl="0" algn="ctr"/>
            <a:r>
              <a:rPr lang="en-US" dirty="0"/>
              <a:t>Sales Distribution </a:t>
            </a:r>
            <a:endParaRPr dirty="0"/>
          </a:p>
        </p:txBody>
      </p:sp>
      <p:grpSp>
        <p:nvGrpSpPr>
          <p:cNvPr id="412" name="Google Shape;412;p36">
            <a:extLst>
              <a:ext uri="{FF2B5EF4-FFF2-40B4-BE49-F238E27FC236}">
                <a16:creationId xmlns:a16="http://schemas.microsoft.com/office/drawing/2014/main" id="{A01FCC3E-22DB-7A01-9A20-11965C52D54F}"/>
              </a:ext>
            </a:extLst>
          </p:cNvPr>
          <p:cNvGrpSpPr/>
          <p:nvPr/>
        </p:nvGrpSpPr>
        <p:grpSpPr>
          <a:xfrm>
            <a:off x="5174162" y="1904677"/>
            <a:ext cx="490082" cy="489168"/>
            <a:chOff x="1421638" y="4125629"/>
            <a:chExt cx="374709" cy="374010"/>
          </a:xfrm>
        </p:grpSpPr>
        <p:sp>
          <p:nvSpPr>
            <p:cNvPr id="413" name="Google Shape;413;p36">
              <a:extLst>
                <a:ext uri="{FF2B5EF4-FFF2-40B4-BE49-F238E27FC236}">
                  <a16:creationId xmlns:a16="http://schemas.microsoft.com/office/drawing/2014/main" id="{0642CAFD-CF81-81AA-301F-03564D41DD6D}"/>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a:extLst>
                <a:ext uri="{FF2B5EF4-FFF2-40B4-BE49-F238E27FC236}">
                  <a16:creationId xmlns:a16="http://schemas.microsoft.com/office/drawing/2014/main" id="{A801608E-7437-00D8-972F-5AA3E8B0FC9C}"/>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6">
            <a:extLst>
              <a:ext uri="{FF2B5EF4-FFF2-40B4-BE49-F238E27FC236}">
                <a16:creationId xmlns:a16="http://schemas.microsoft.com/office/drawing/2014/main" id="{5E0002A9-7F26-FF43-5EC8-C24CE787BC9B}"/>
              </a:ext>
            </a:extLst>
          </p:cNvPr>
          <p:cNvGrpSpPr/>
          <p:nvPr/>
        </p:nvGrpSpPr>
        <p:grpSpPr>
          <a:xfrm>
            <a:off x="948506" y="1846105"/>
            <a:ext cx="490090" cy="606319"/>
            <a:chOff x="2667821" y="3361108"/>
            <a:chExt cx="273046" cy="337801"/>
          </a:xfrm>
        </p:grpSpPr>
        <p:sp>
          <p:nvSpPr>
            <p:cNvPr id="416" name="Google Shape;416;p36">
              <a:extLst>
                <a:ext uri="{FF2B5EF4-FFF2-40B4-BE49-F238E27FC236}">
                  <a16:creationId xmlns:a16="http://schemas.microsoft.com/office/drawing/2014/main" id="{3107F084-8F23-B76D-E7E6-895E8C06F75E}"/>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a:extLst>
                <a:ext uri="{FF2B5EF4-FFF2-40B4-BE49-F238E27FC236}">
                  <a16:creationId xmlns:a16="http://schemas.microsoft.com/office/drawing/2014/main" id="{D9CCAC38-39E3-FC36-AE08-8F4973669A48}"/>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a:extLst>
                <a:ext uri="{FF2B5EF4-FFF2-40B4-BE49-F238E27FC236}">
                  <a16:creationId xmlns:a16="http://schemas.microsoft.com/office/drawing/2014/main" id="{8A50EACF-A78E-7F64-BE33-EDCB1E6AA922}"/>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a:extLst>
                <a:ext uri="{FF2B5EF4-FFF2-40B4-BE49-F238E27FC236}">
                  <a16:creationId xmlns:a16="http://schemas.microsoft.com/office/drawing/2014/main" id="{BDCCEB0E-21E1-0D53-3FB6-2B3CAE9D69BD}"/>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a:extLst>
                <a:ext uri="{FF2B5EF4-FFF2-40B4-BE49-F238E27FC236}">
                  <a16:creationId xmlns:a16="http://schemas.microsoft.com/office/drawing/2014/main" id="{7CFE6FB6-36DE-5008-C037-EDAB4CE2C42A}"/>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a:extLst>
                <a:ext uri="{FF2B5EF4-FFF2-40B4-BE49-F238E27FC236}">
                  <a16:creationId xmlns:a16="http://schemas.microsoft.com/office/drawing/2014/main" id="{D445ACE1-5E9E-5232-4046-DF7DE51453A0}"/>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a:extLst>
                <a:ext uri="{FF2B5EF4-FFF2-40B4-BE49-F238E27FC236}">
                  <a16:creationId xmlns:a16="http://schemas.microsoft.com/office/drawing/2014/main" id="{59D4FCC3-C2BC-059F-5147-49BDEBD7E461}"/>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a:extLst>
                <a:ext uri="{FF2B5EF4-FFF2-40B4-BE49-F238E27FC236}">
                  <a16:creationId xmlns:a16="http://schemas.microsoft.com/office/drawing/2014/main" id="{BBAABCF0-81A6-7C8C-D6FB-0585CC7EB327}"/>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a:extLst>
                <a:ext uri="{FF2B5EF4-FFF2-40B4-BE49-F238E27FC236}">
                  <a16:creationId xmlns:a16="http://schemas.microsoft.com/office/drawing/2014/main" id="{5C94E6EC-F380-CCFE-AC11-2F971F2040F4}"/>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a:extLst>
                <a:ext uri="{FF2B5EF4-FFF2-40B4-BE49-F238E27FC236}">
                  <a16:creationId xmlns:a16="http://schemas.microsoft.com/office/drawing/2014/main" id="{342DB130-16B3-D969-1A97-4B0B9FC6E5CB}"/>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a:extLst>
                <a:ext uri="{FF2B5EF4-FFF2-40B4-BE49-F238E27FC236}">
                  <a16:creationId xmlns:a16="http://schemas.microsoft.com/office/drawing/2014/main" id="{2509384B-36D7-4246-80FD-A67975080726}"/>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a:extLst>
                <a:ext uri="{FF2B5EF4-FFF2-40B4-BE49-F238E27FC236}">
                  <a16:creationId xmlns:a16="http://schemas.microsoft.com/office/drawing/2014/main" id="{F2DE63C1-1CD6-843F-8EF7-9DC055A4E6DA}"/>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a:extLst>
                <a:ext uri="{FF2B5EF4-FFF2-40B4-BE49-F238E27FC236}">
                  <a16:creationId xmlns:a16="http://schemas.microsoft.com/office/drawing/2014/main" id="{799751D9-5D66-A920-70E6-8A2886D3D27D}"/>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a:extLst>
                <a:ext uri="{FF2B5EF4-FFF2-40B4-BE49-F238E27FC236}">
                  <a16:creationId xmlns:a16="http://schemas.microsoft.com/office/drawing/2014/main" id="{15C82652-7B41-CA64-50A4-1E67E2D3C862}"/>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a:extLst>
                <a:ext uri="{FF2B5EF4-FFF2-40B4-BE49-F238E27FC236}">
                  <a16:creationId xmlns:a16="http://schemas.microsoft.com/office/drawing/2014/main" id="{4709A437-9021-82EF-3F20-CF253854A04F}"/>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a:extLst>
                <a:ext uri="{FF2B5EF4-FFF2-40B4-BE49-F238E27FC236}">
                  <a16:creationId xmlns:a16="http://schemas.microsoft.com/office/drawing/2014/main" id="{2C797312-934C-C5A7-0982-1B99775828CE}"/>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a:extLst>
                <a:ext uri="{FF2B5EF4-FFF2-40B4-BE49-F238E27FC236}">
                  <a16:creationId xmlns:a16="http://schemas.microsoft.com/office/drawing/2014/main" id="{BE31D089-7705-C3AB-1190-AD797B4A6B66}"/>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a:extLst>
                <a:ext uri="{FF2B5EF4-FFF2-40B4-BE49-F238E27FC236}">
                  <a16:creationId xmlns:a16="http://schemas.microsoft.com/office/drawing/2014/main" id="{F93DAE2D-BBE7-C5DD-E813-BA91AD43A1A9}"/>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a:extLst>
                <a:ext uri="{FF2B5EF4-FFF2-40B4-BE49-F238E27FC236}">
                  <a16:creationId xmlns:a16="http://schemas.microsoft.com/office/drawing/2014/main" id="{D14C3B18-1D39-695A-D412-0272995E5C06}"/>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TextBox 10">
            <a:extLst>
              <a:ext uri="{FF2B5EF4-FFF2-40B4-BE49-F238E27FC236}">
                <a16:creationId xmlns:a16="http://schemas.microsoft.com/office/drawing/2014/main" id="{6CA26715-5B57-B295-1A7C-9012E19E3E8B}"/>
              </a:ext>
            </a:extLst>
          </p:cNvPr>
          <p:cNvSpPr txBox="1"/>
          <p:nvPr/>
        </p:nvSpPr>
        <p:spPr>
          <a:xfrm>
            <a:off x="394093" y="2781445"/>
            <a:ext cx="3982259" cy="2031325"/>
          </a:xfrm>
          <a:prstGeom prst="rect">
            <a:avLst/>
          </a:prstGeom>
          <a:noFill/>
        </p:spPr>
        <p:txBody>
          <a:bodyPr wrap="square" rtlCol="0">
            <a:spAutoFit/>
          </a:bodyPr>
          <a:lstStyle/>
          <a:p>
            <a:r>
              <a:rPr lang="en-US" dirty="0"/>
              <a:t>This chart shows sales distribution across regions.</a:t>
            </a:r>
          </a:p>
          <a:p>
            <a:r>
              <a:rPr lang="en-US" b="1" dirty="0"/>
              <a:t>Insight:</a:t>
            </a:r>
          </a:p>
          <a:p>
            <a:r>
              <a:rPr lang="en-US" dirty="0"/>
              <a:t>West region has the highest sales</a:t>
            </a:r>
          </a:p>
          <a:p>
            <a:r>
              <a:rPr lang="en-US" dirty="0"/>
              <a:t>Central and South contribute less</a:t>
            </a:r>
          </a:p>
          <a:p>
            <a:pPr marL="285750" indent="-285750">
              <a:buFont typeface="Wingdings" panose="05000000000000000000" pitchFamily="2" charset="2"/>
              <a:buChar char="Ø"/>
            </a:pPr>
            <a:r>
              <a:rPr lang="en-US" dirty="0"/>
              <a:t> </a:t>
            </a:r>
            <a:r>
              <a:rPr lang="en-US" b="1" dirty="0"/>
              <a:t>Business action</a:t>
            </a:r>
            <a:r>
              <a:rPr lang="en-US" dirty="0"/>
              <a:t>:</a:t>
            </a:r>
          </a:p>
          <a:p>
            <a:r>
              <a:rPr lang="en-US" dirty="0"/>
              <a:t>“Companies can target weaker regions for growth.”</a:t>
            </a:r>
          </a:p>
          <a:p>
            <a:endParaRPr lang="en-US" dirty="0"/>
          </a:p>
        </p:txBody>
      </p:sp>
      <p:pic>
        <p:nvPicPr>
          <p:cNvPr id="3" name="Image 13">
            <a:extLst>
              <a:ext uri="{FF2B5EF4-FFF2-40B4-BE49-F238E27FC236}">
                <a16:creationId xmlns:a16="http://schemas.microsoft.com/office/drawing/2014/main" id="{D1F1CC79-4DAF-88CF-58EF-06E5EA0FC23E}"/>
              </a:ext>
            </a:extLst>
          </p:cNvPr>
          <p:cNvPicPr/>
          <p:nvPr/>
        </p:nvPicPr>
        <p:blipFill>
          <a:blip r:embed="rId3" cstate="print"/>
          <a:stretch>
            <a:fillRect/>
          </a:stretch>
        </p:blipFill>
        <p:spPr>
          <a:xfrm>
            <a:off x="2319916" y="676237"/>
            <a:ext cx="4112873" cy="1836458"/>
          </a:xfrm>
          <a:prstGeom prst="rect">
            <a:avLst/>
          </a:prstGeom>
          <a:ln>
            <a:solidFill>
              <a:schemeClr val="bg1"/>
            </a:solidFill>
          </a:ln>
        </p:spPr>
      </p:pic>
      <p:sp>
        <p:nvSpPr>
          <p:cNvPr id="2" name="TextBox 1">
            <a:extLst>
              <a:ext uri="{FF2B5EF4-FFF2-40B4-BE49-F238E27FC236}">
                <a16:creationId xmlns:a16="http://schemas.microsoft.com/office/drawing/2014/main" id="{A4DE26DF-6B80-E8F3-1187-9EE176B39EB4}"/>
              </a:ext>
            </a:extLst>
          </p:cNvPr>
          <p:cNvSpPr txBox="1"/>
          <p:nvPr/>
        </p:nvSpPr>
        <p:spPr>
          <a:xfrm>
            <a:off x="4671152" y="2512695"/>
            <a:ext cx="4160707" cy="2246769"/>
          </a:xfrm>
          <a:prstGeom prst="rect">
            <a:avLst/>
          </a:prstGeom>
          <a:noFill/>
        </p:spPr>
        <p:txBody>
          <a:bodyPr wrap="square" rtlCol="0">
            <a:spAutoFit/>
          </a:bodyPr>
          <a:lstStyle/>
          <a:p>
            <a:endParaRPr lang="en-US" dirty="0"/>
          </a:p>
          <a:p>
            <a:r>
              <a:rPr lang="en-US" dirty="0"/>
              <a:t>This pie chart shows sales contribution by shipping method.”</a:t>
            </a:r>
          </a:p>
          <a:p>
            <a:r>
              <a:rPr lang="en-US" b="1" dirty="0"/>
              <a:t>Insight:</a:t>
            </a:r>
          </a:p>
          <a:p>
            <a:r>
              <a:rPr lang="en-US" b="1" dirty="0"/>
              <a:t>Standard Class</a:t>
            </a:r>
            <a:r>
              <a:rPr lang="en-US" dirty="0"/>
              <a:t> dominates with around </a:t>
            </a:r>
            <a:r>
              <a:rPr lang="en-US" b="1" dirty="0"/>
              <a:t>60% of sales</a:t>
            </a:r>
            <a:endParaRPr lang="en-US" dirty="0"/>
          </a:p>
          <a:p>
            <a:r>
              <a:rPr lang="en-US" dirty="0"/>
              <a:t>Same Day shipping has very low contribution</a:t>
            </a:r>
          </a:p>
          <a:p>
            <a:pPr marL="285750" indent="-285750">
              <a:buFont typeface="Wingdings" panose="05000000000000000000" pitchFamily="2" charset="2"/>
              <a:buChar char="Ø"/>
            </a:pPr>
            <a:r>
              <a:rPr lang="en-US" b="1" dirty="0"/>
              <a:t>Conclusion</a:t>
            </a:r>
            <a:r>
              <a:rPr lang="en-US" dirty="0"/>
              <a:t>:</a:t>
            </a:r>
          </a:p>
          <a:p>
            <a:r>
              <a:rPr lang="en-US" dirty="0"/>
              <a:t>“Customers prefer cost-effective shipping over faster delivery.”</a:t>
            </a:r>
          </a:p>
        </p:txBody>
      </p:sp>
    </p:spTree>
    <p:extLst>
      <p:ext uri="{BB962C8B-B14F-4D97-AF65-F5344CB8AC3E}">
        <p14:creationId xmlns:p14="http://schemas.microsoft.com/office/powerpoint/2010/main" val="3637793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AE860FFA-044F-6E69-D8ED-9249BCC7434A}"/>
            </a:ext>
          </a:extLst>
        </p:cNvPr>
        <p:cNvGrpSpPr/>
        <p:nvPr/>
      </p:nvGrpSpPr>
      <p:grpSpPr>
        <a:xfrm>
          <a:off x="0" y="0"/>
          <a:ext cx="0" cy="0"/>
          <a:chOff x="0" y="0"/>
          <a:chExt cx="0" cy="0"/>
        </a:xfrm>
      </p:grpSpPr>
      <p:sp>
        <p:nvSpPr>
          <p:cNvPr id="405" name="Google Shape;405;p36">
            <a:extLst>
              <a:ext uri="{FF2B5EF4-FFF2-40B4-BE49-F238E27FC236}">
                <a16:creationId xmlns:a16="http://schemas.microsoft.com/office/drawing/2014/main" id="{D8640C88-6085-13F7-DA8E-F952253ABBCF}"/>
              </a:ext>
            </a:extLst>
          </p:cNvPr>
          <p:cNvSpPr txBox="1">
            <a:spLocks noGrp="1"/>
          </p:cNvSpPr>
          <p:nvPr>
            <p:ph type="title"/>
          </p:nvPr>
        </p:nvSpPr>
        <p:spPr>
          <a:xfrm>
            <a:off x="819152" y="37657"/>
            <a:ext cx="7704000" cy="572700"/>
          </a:xfrm>
          <a:prstGeom prst="rect">
            <a:avLst/>
          </a:prstGeom>
        </p:spPr>
        <p:txBody>
          <a:bodyPr spcFirstLastPara="1" wrap="square" lIns="91425" tIns="91425" rIns="91425" bIns="91425" anchor="t" anchorCtr="0">
            <a:noAutofit/>
          </a:bodyPr>
          <a:lstStyle/>
          <a:p>
            <a:pPr lvl="0" algn="ctr"/>
            <a:r>
              <a:rPr lang="en-US" dirty="0"/>
              <a:t>Sales Distribution </a:t>
            </a:r>
            <a:endParaRPr dirty="0"/>
          </a:p>
        </p:txBody>
      </p:sp>
      <p:grpSp>
        <p:nvGrpSpPr>
          <p:cNvPr id="412" name="Google Shape;412;p36">
            <a:extLst>
              <a:ext uri="{FF2B5EF4-FFF2-40B4-BE49-F238E27FC236}">
                <a16:creationId xmlns:a16="http://schemas.microsoft.com/office/drawing/2014/main" id="{A538E718-416D-5B3A-7AB2-C0CAEF11E56D}"/>
              </a:ext>
            </a:extLst>
          </p:cNvPr>
          <p:cNvGrpSpPr/>
          <p:nvPr/>
        </p:nvGrpSpPr>
        <p:grpSpPr>
          <a:xfrm>
            <a:off x="5174162" y="1904677"/>
            <a:ext cx="490082" cy="489168"/>
            <a:chOff x="1421638" y="4125629"/>
            <a:chExt cx="374709" cy="374010"/>
          </a:xfrm>
        </p:grpSpPr>
        <p:sp>
          <p:nvSpPr>
            <p:cNvPr id="413" name="Google Shape;413;p36">
              <a:extLst>
                <a:ext uri="{FF2B5EF4-FFF2-40B4-BE49-F238E27FC236}">
                  <a16:creationId xmlns:a16="http://schemas.microsoft.com/office/drawing/2014/main" id="{ED743777-9755-42B9-9F14-73B033D3E111}"/>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a:extLst>
                <a:ext uri="{FF2B5EF4-FFF2-40B4-BE49-F238E27FC236}">
                  <a16:creationId xmlns:a16="http://schemas.microsoft.com/office/drawing/2014/main" id="{368CFCE3-0942-90BD-4BDF-D7F3BF6F7818}"/>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6">
            <a:extLst>
              <a:ext uri="{FF2B5EF4-FFF2-40B4-BE49-F238E27FC236}">
                <a16:creationId xmlns:a16="http://schemas.microsoft.com/office/drawing/2014/main" id="{00096126-07E3-D98F-74F9-BF108F24A5D1}"/>
              </a:ext>
            </a:extLst>
          </p:cNvPr>
          <p:cNvGrpSpPr/>
          <p:nvPr/>
        </p:nvGrpSpPr>
        <p:grpSpPr>
          <a:xfrm>
            <a:off x="948506" y="1846105"/>
            <a:ext cx="490090" cy="606319"/>
            <a:chOff x="2667821" y="3361108"/>
            <a:chExt cx="273046" cy="337801"/>
          </a:xfrm>
        </p:grpSpPr>
        <p:sp>
          <p:nvSpPr>
            <p:cNvPr id="416" name="Google Shape;416;p36">
              <a:extLst>
                <a:ext uri="{FF2B5EF4-FFF2-40B4-BE49-F238E27FC236}">
                  <a16:creationId xmlns:a16="http://schemas.microsoft.com/office/drawing/2014/main" id="{91C6BEF8-90AE-19D1-3379-5D6A8C990BC4}"/>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a:extLst>
                <a:ext uri="{FF2B5EF4-FFF2-40B4-BE49-F238E27FC236}">
                  <a16:creationId xmlns:a16="http://schemas.microsoft.com/office/drawing/2014/main" id="{D931D7D8-0E58-3C25-585B-1E959CBBF1D4}"/>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a:extLst>
                <a:ext uri="{FF2B5EF4-FFF2-40B4-BE49-F238E27FC236}">
                  <a16:creationId xmlns:a16="http://schemas.microsoft.com/office/drawing/2014/main" id="{C2B078FB-B87F-BEF5-7EF6-D69276ED266F}"/>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a:extLst>
                <a:ext uri="{FF2B5EF4-FFF2-40B4-BE49-F238E27FC236}">
                  <a16:creationId xmlns:a16="http://schemas.microsoft.com/office/drawing/2014/main" id="{17FCF9E2-B46B-F514-C30B-20B2D76BB400}"/>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a:extLst>
                <a:ext uri="{FF2B5EF4-FFF2-40B4-BE49-F238E27FC236}">
                  <a16:creationId xmlns:a16="http://schemas.microsoft.com/office/drawing/2014/main" id="{BAC4001B-F915-E60E-F4CE-5A4C0D4D0EE3}"/>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a:extLst>
                <a:ext uri="{FF2B5EF4-FFF2-40B4-BE49-F238E27FC236}">
                  <a16:creationId xmlns:a16="http://schemas.microsoft.com/office/drawing/2014/main" id="{DAF3522F-97F0-4FDD-4592-3B500AD08888}"/>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a:extLst>
                <a:ext uri="{FF2B5EF4-FFF2-40B4-BE49-F238E27FC236}">
                  <a16:creationId xmlns:a16="http://schemas.microsoft.com/office/drawing/2014/main" id="{44309F4C-31FD-F66E-E8F7-9B85B0007877}"/>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a:extLst>
                <a:ext uri="{FF2B5EF4-FFF2-40B4-BE49-F238E27FC236}">
                  <a16:creationId xmlns:a16="http://schemas.microsoft.com/office/drawing/2014/main" id="{CCDB7070-9715-3BCE-5090-C869B5E40F3E}"/>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a:extLst>
                <a:ext uri="{FF2B5EF4-FFF2-40B4-BE49-F238E27FC236}">
                  <a16:creationId xmlns:a16="http://schemas.microsoft.com/office/drawing/2014/main" id="{C3FD969A-D111-5FE2-0CB0-E795A8345DA9}"/>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a:extLst>
                <a:ext uri="{FF2B5EF4-FFF2-40B4-BE49-F238E27FC236}">
                  <a16:creationId xmlns:a16="http://schemas.microsoft.com/office/drawing/2014/main" id="{A2138D92-6104-B1D7-9CA1-C4D6198DE4D1}"/>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a:extLst>
                <a:ext uri="{FF2B5EF4-FFF2-40B4-BE49-F238E27FC236}">
                  <a16:creationId xmlns:a16="http://schemas.microsoft.com/office/drawing/2014/main" id="{D9ABE9EA-566A-C53B-A064-CFDD108318D5}"/>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a:extLst>
                <a:ext uri="{FF2B5EF4-FFF2-40B4-BE49-F238E27FC236}">
                  <a16:creationId xmlns:a16="http://schemas.microsoft.com/office/drawing/2014/main" id="{71922487-7EED-3454-3765-E6EA9AEF8D65}"/>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a:extLst>
                <a:ext uri="{FF2B5EF4-FFF2-40B4-BE49-F238E27FC236}">
                  <a16:creationId xmlns:a16="http://schemas.microsoft.com/office/drawing/2014/main" id="{6496FBD4-3DE2-6A4F-649F-2EDD368ECCD6}"/>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a:extLst>
                <a:ext uri="{FF2B5EF4-FFF2-40B4-BE49-F238E27FC236}">
                  <a16:creationId xmlns:a16="http://schemas.microsoft.com/office/drawing/2014/main" id="{9CB87356-C103-F126-21FE-1BAE54C6ABFE}"/>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a:extLst>
                <a:ext uri="{FF2B5EF4-FFF2-40B4-BE49-F238E27FC236}">
                  <a16:creationId xmlns:a16="http://schemas.microsoft.com/office/drawing/2014/main" id="{F5596B08-7797-C339-3F6D-0628996C89AC}"/>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a:extLst>
                <a:ext uri="{FF2B5EF4-FFF2-40B4-BE49-F238E27FC236}">
                  <a16:creationId xmlns:a16="http://schemas.microsoft.com/office/drawing/2014/main" id="{80FC3879-DA91-DF95-D740-0043828DBE39}"/>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a:extLst>
                <a:ext uri="{FF2B5EF4-FFF2-40B4-BE49-F238E27FC236}">
                  <a16:creationId xmlns:a16="http://schemas.microsoft.com/office/drawing/2014/main" id="{D9218C98-CB79-C0F2-8B50-569EDDB6C1C7}"/>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a:extLst>
                <a:ext uri="{FF2B5EF4-FFF2-40B4-BE49-F238E27FC236}">
                  <a16:creationId xmlns:a16="http://schemas.microsoft.com/office/drawing/2014/main" id="{6079B95C-2D7B-1E6B-A62E-42D26CF7887A}"/>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a:extLst>
                <a:ext uri="{FF2B5EF4-FFF2-40B4-BE49-F238E27FC236}">
                  <a16:creationId xmlns:a16="http://schemas.microsoft.com/office/drawing/2014/main" id="{51AC8531-11DB-262F-B426-CE6C3922D924}"/>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6" name="Image 16">
            <a:extLst>
              <a:ext uri="{FF2B5EF4-FFF2-40B4-BE49-F238E27FC236}">
                <a16:creationId xmlns:a16="http://schemas.microsoft.com/office/drawing/2014/main" id="{3DA55A36-7E5C-4A86-3C61-B06CC017A76E}"/>
              </a:ext>
            </a:extLst>
          </p:cNvPr>
          <p:cNvPicPr/>
          <p:nvPr/>
        </p:nvPicPr>
        <p:blipFill>
          <a:blip r:embed="rId3" cstate="print"/>
          <a:stretch>
            <a:fillRect/>
          </a:stretch>
        </p:blipFill>
        <p:spPr>
          <a:xfrm>
            <a:off x="74374" y="2920369"/>
            <a:ext cx="2222656" cy="2223131"/>
          </a:xfrm>
          <a:prstGeom prst="rect">
            <a:avLst/>
          </a:prstGeom>
        </p:spPr>
      </p:pic>
      <p:pic>
        <p:nvPicPr>
          <p:cNvPr id="14" name="Image 19">
            <a:extLst>
              <a:ext uri="{FF2B5EF4-FFF2-40B4-BE49-F238E27FC236}">
                <a16:creationId xmlns:a16="http://schemas.microsoft.com/office/drawing/2014/main" id="{3379317F-C468-8A7D-05A3-CD24FFE58040}"/>
              </a:ext>
            </a:extLst>
          </p:cNvPr>
          <p:cNvPicPr/>
          <p:nvPr/>
        </p:nvPicPr>
        <p:blipFill>
          <a:blip r:embed="rId4" cstate="print"/>
          <a:stretch>
            <a:fillRect/>
          </a:stretch>
        </p:blipFill>
        <p:spPr>
          <a:xfrm>
            <a:off x="5434478" y="609292"/>
            <a:ext cx="3722640" cy="2140364"/>
          </a:xfrm>
          <a:prstGeom prst="rect">
            <a:avLst/>
          </a:prstGeom>
        </p:spPr>
      </p:pic>
      <p:sp>
        <p:nvSpPr>
          <p:cNvPr id="2" name="TextBox 1">
            <a:extLst>
              <a:ext uri="{FF2B5EF4-FFF2-40B4-BE49-F238E27FC236}">
                <a16:creationId xmlns:a16="http://schemas.microsoft.com/office/drawing/2014/main" id="{23815B9D-5DA2-31A8-BF63-5728A9D0FBCE}"/>
              </a:ext>
            </a:extLst>
          </p:cNvPr>
          <p:cNvSpPr txBox="1"/>
          <p:nvPr/>
        </p:nvSpPr>
        <p:spPr>
          <a:xfrm>
            <a:off x="1047855" y="749700"/>
            <a:ext cx="3883631" cy="2031325"/>
          </a:xfrm>
          <a:prstGeom prst="rect">
            <a:avLst/>
          </a:prstGeom>
          <a:noFill/>
        </p:spPr>
        <p:txBody>
          <a:bodyPr wrap="square" rtlCol="0">
            <a:spAutoFit/>
          </a:bodyPr>
          <a:lstStyle/>
          <a:p>
            <a:pPr marL="285750" indent="-285750">
              <a:buFont typeface="Arial" panose="020B0604020202020204" pitchFamily="34" charset="0"/>
              <a:buChar char="•"/>
            </a:pPr>
            <a:r>
              <a:rPr lang="en-US" dirty="0"/>
              <a:t>This map shows </a:t>
            </a:r>
            <a:r>
              <a:rPr lang="en-US" b="1" dirty="0"/>
              <a:t>state-wise sales distribution</a:t>
            </a:r>
            <a:r>
              <a:rPr lang="en-US" dirty="0"/>
              <a:t>.</a:t>
            </a:r>
            <a:br>
              <a:rPr lang="en-US" dirty="0"/>
            </a:br>
            <a:r>
              <a:rPr lang="en-US" dirty="0"/>
              <a:t>Darker and larger bubbles indicate higher sales.</a:t>
            </a:r>
          </a:p>
          <a:p>
            <a:pPr marL="285750" indent="-285750">
              <a:buFont typeface="Arial" panose="020B0604020202020204" pitchFamily="34" charset="0"/>
              <a:buChar char="•"/>
            </a:pPr>
            <a:r>
              <a:rPr lang="en-US" b="1" dirty="0"/>
              <a:t>Insight:  </a:t>
            </a:r>
            <a:r>
              <a:rPr lang="en-US" dirty="0"/>
              <a:t>Some states contribute significantly more revenue, helping the business focus marketing and logistics on high-performing regions.</a:t>
            </a:r>
          </a:p>
          <a:p>
            <a:endParaRPr lang="en-US" dirty="0"/>
          </a:p>
        </p:txBody>
      </p:sp>
      <p:sp>
        <p:nvSpPr>
          <p:cNvPr id="4" name="TextBox 3">
            <a:extLst>
              <a:ext uri="{FF2B5EF4-FFF2-40B4-BE49-F238E27FC236}">
                <a16:creationId xmlns:a16="http://schemas.microsoft.com/office/drawing/2014/main" id="{278BA6C4-81CA-4B94-A71A-BBC08EF1C0CD}"/>
              </a:ext>
            </a:extLst>
          </p:cNvPr>
          <p:cNvSpPr txBox="1"/>
          <p:nvPr/>
        </p:nvSpPr>
        <p:spPr>
          <a:xfrm>
            <a:off x="3120237" y="2964556"/>
            <a:ext cx="4828132" cy="2246769"/>
          </a:xfrm>
          <a:prstGeom prst="rect">
            <a:avLst/>
          </a:prstGeom>
          <a:noFill/>
        </p:spPr>
        <p:txBody>
          <a:bodyPr wrap="square" rtlCol="0">
            <a:spAutoFit/>
          </a:bodyPr>
          <a:lstStyle/>
          <a:p>
            <a:r>
              <a:rPr lang="en-US" dirty="0"/>
              <a:t>This scatter plot shows the relationship between </a:t>
            </a:r>
            <a:r>
              <a:rPr lang="en-US" b="1" dirty="0"/>
              <a:t>sales and profit by category</a:t>
            </a:r>
            <a:r>
              <a:rPr lang="en-US" dirty="0"/>
              <a:t>.”</a:t>
            </a:r>
          </a:p>
          <a:p>
            <a:r>
              <a:rPr lang="en-US" b="1" dirty="0"/>
              <a:t>Meaning:</a:t>
            </a:r>
          </a:p>
          <a:p>
            <a:pPr marL="285750" indent="-285750">
              <a:buFont typeface="Arial" panose="020B0604020202020204" pitchFamily="34" charset="0"/>
              <a:buChar char="•"/>
            </a:pPr>
            <a:r>
              <a:rPr lang="en-US" dirty="0"/>
              <a:t>Categories with </a:t>
            </a:r>
            <a:r>
              <a:rPr lang="en-US" b="1" dirty="0"/>
              <a:t>high sales and high profit</a:t>
            </a:r>
            <a:r>
              <a:rPr lang="en-US" dirty="0"/>
              <a:t> are ideal</a:t>
            </a:r>
          </a:p>
          <a:p>
            <a:pPr marL="285750" indent="-285750">
              <a:buFont typeface="Arial" panose="020B0604020202020204" pitchFamily="34" charset="0"/>
              <a:buChar char="•"/>
            </a:pPr>
            <a:r>
              <a:rPr lang="en-US" dirty="0"/>
              <a:t>High sales but low profit indicates </a:t>
            </a:r>
            <a:r>
              <a:rPr lang="en-US" b="1" dirty="0"/>
              <a:t>pricing or cost issues</a:t>
            </a:r>
            <a:endParaRPr lang="en-US" dirty="0"/>
          </a:p>
          <a:p>
            <a:pPr marL="285750" indent="-285750">
              <a:buFont typeface="Wingdings" panose="05000000000000000000" pitchFamily="2" charset="2"/>
              <a:buChar char="Ø"/>
            </a:pPr>
            <a:r>
              <a:rPr lang="en-US" b="1" dirty="0"/>
              <a:t>Business use</a:t>
            </a:r>
            <a:r>
              <a:rPr lang="en-US" dirty="0"/>
              <a:t>:</a:t>
            </a:r>
          </a:p>
          <a:p>
            <a:r>
              <a:rPr lang="en-US" dirty="0"/>
              <a:t>“Helps identify which product categories are truly profitable.”</a:t>
            </a:r>
          </a:p>
          <a:p>
            <a:endParaRPr lang="en-US" dirty="0"/>
          </a:p>
        </p:txBody>
      </p:sp>
    </p:spTree>
    <p:extLst>
      <p:ext uri="{BB962C8B-B14F-4D97-AF65-F5344CB8AC3E}">
        <p14:creationId xmlns:p14="http://schemas.microsoft.com/office/powerpoint/2010/main" val="4224670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DC62F64B-7F04-F002-BF59-20C256DCAF1E}"/>
            </a:ext>
          </a:extLst>
        </p:cNvPr>
        <p:cNvGrpSpPr/>
        <p:nvPr/>
      </p:nvGrpSpPr>
      <p:grpSpPr>
        <a:xfrm>
          <a:off x="0" y="0"/>
          <a:ext cx="0" cy="0"/>
          <a:chOff x="0" y="0"/>
          <a:chExt cx="0" cy="0"/>
        </a:xfrm>
      </p:grpSpPr>
      <p:sp>
        <p:nvSpPr>
          <p:cNvPr id="405" name="Google Shape;405;p36">
            <a:extLst>
              <a:ext uri="{FF2B5EF4-FFF2-40B4-BE49-F238E27FC236}">
                <a16:creationId xmlns:a16="http://schemas.microsoft.com/office/drawing/2014/main" id="{3B6A276A-7224-DA2D-7EA8-5010BA043A6D}"/>
              </a:ext>
            </a:extLst>
          </p:cNvPr>
          <p:cNvSpPr txBox="1">
            <a:spLocks noGrp="1"/>
          </p:cNvSpPr>
          <p:nvPr>
            <p:ph type="title"/>
          </p:nvPr>
        </p:nvSpPr>
        <p:spPr>
          <a:xfrm>
            <a:off x="1109947" y="175717"/>
            <a:ext cx="7704000" cy="572700"/>
          </a:xfrm>
          <a:prstGeom prst="rect">
            <a:avLst/>
          </a:prstGeom>
        </p:spPr>
        <p:txBody>
          <a:bodyPr spcFirstLastPara="1" wrap="square" lIns="91425" tIns="91425" rIns="91425" bIns="91425" anchor="t" anchorCtr="0">
            <a:noAutofit/>
          </a:bodyPr>
          <a:lstStyle/>
          <a:p>
            <a:pPr lvl="0" algn="ctr"/>
            <a:r>
              <a:rPr lang="en-US" dirty="0"/>
              <a:t>Monthly Profit and Sales  Breakdown </a:t>
            </a:r>
            <a:endParaRPr dirty="0"/>
          </a:p>
        </p:txBody>
      </p:sp>
      <p:grpSp>
        <p:nvGrpSpPr>
          <p:cNvPr id="412" name="Google Shape;412;p36">
            <a:extLst>
              <a:ext uri="{FF2B5EF4-FFF2-40B4-BE49-F238E27FC236}">
                <a16:creationId xmlns:a16="http://schemas.microsoft.com/office/drawing/2014/main" id="{F43D77DB-CA54-DBD5-3E90-09767B88B306}"/>
              </a:ext>
            </a:extLst>
          </p:cNvPr>
          <p:cNvGrpSpPr/>
          <p:nvPr/>
        </p:nvGrpSpPr>
        <p:grpSpPr>
          <a:xfrm>
            <a:off x="5174162" y="1904677"/>
            <a:ext cx="490082" cy="489168"/>
            <a:chOff x="1421638" y="4125629"/>
            <a:chExt cx="374709" cy="374010"/>
          </a:xfrm>
        </p:grpSpPr>
        <p:sp>
          <p:nvSpPr>
            <p:cNvPr id="413" name="Google Shape;413;p36">
              <a:extLst>
                <a:ext uri="{FF2B5EF4-FFF2-40B4-BE49-F238E27FC236}">
                  <a16:creationId xmlns:a16="http://schemas.microsoft.com/office/drawing/2014/main" id="{23092912-B0FB-3266-26A8-505AD0A58AE6}"/>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a:extLst>
                <a:ext uri="{FF2B5EF4-FFF2-40B4-BE49-F238E27FC236}">
                  <a16:creationId xmlns:a16="http://schemas.microsoft.com/office/drawing/2014/main" id="{C82F912E-BC6B-A9F8-9347-992E22AE4EF8}"/>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6">
            <a:extLst>
              <a:ext uri="{FF2B5EF4-FFF2-40B4-BE49-F238E27FC236}">
                <a16:creationId xmlns:a16="http://schemas.microsoft.com/office/drawing/2014/main" id="{691D7104-C285-9CE3-9D4A-ABACBB43AA5D}"/>
              </a:ext>
            </a:extLst>
          </p:cNvPr>
          <p:cNvGrpSpPr/>
          <p:nvPr/>
        </p:nvGrpSpPr>
        <p:grpSpPr>
          <a:xfrm>
            <a:off x="948506" y="1846105"/>
            <a:ext cx="490090" cy="606319"/>
            <a:chOff x="2667821" y="3361108"/>
            <a:chExt cx="273046" cy="337801"/>
          </a:xfrm>
        </p:grpSpPr>
        <p:sp>
          <p:nvSpPr>
            <p:cNvPr id="416" name="Google Shape;416;p36">
              <a:extLst>
                <a:ext uri="{FF2B5EF4-FFF2-40B4-BE49-F238E27FC236}">
                  <a16:creationId xmlns:a16="http://schemas.microsoft.com/office/drawing/2014/main" id="{F0946107-8B48-B7A0-B083-6EA31BE43F95}"/>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a:extLst>
                <a:ext uri="{FF2B5EF4-FFF2-40B4-BE49-F238E27FC236}">
                  <a16:creationId xmlns:a16="http://schemas.microsoft.com/office/drawing/2014/main" id="{4E265260-E206-C000-4460-71573B945320}"/>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a:extLst>
                <a:ext uri="{FF2B5EF4-FFF2-40B4-BE49-F238E27FC236}">
                  <a16:creationId xmlns:a16="http://schemas.microsoft.com/office/drawing/2014/main" id="{232BE77D-BB7E-5D64-DB3F-5DE7908DA654}"/>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a:extLst>
                <a:ext uri="{FF2B5EF4-FFF2-40B4-BE49-F238E27FC236}">
                  <a16:creationId xmlns:a16="http://schemas.microsoft.com/office/drawing/2014/main" id="{18ABA99F-0B94-6D0A-0D08-31929F4D39ED}"/>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a:extLst>
                <a:ext uri="{FF2B5EF4-FFF2-40B4-BE49-F238E27FC236}">
                  <a16:creationId xmlns:a16="http://schemas.microsoft.com/office/drawing/2014/main" id="{D673320A-3357-4E7F-1D8F-273CFE5F4DC6}"/>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a:extLst>
                <a:ext uri="{FF2B5EF4-FFF2-40B4-BE49-F238E27FC236}">
                  <a16:creationId xmlns:a16="http://schemas.microsoft.com/office/drawing/2014/main" id="{F215FC22-695C-83AA-399B-76347F492AB6}"/>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a:extLst>
                <a:ext uri="{FF2B5EF4-FFF2-40B4-BE49-F238E27FC236}">
                  <a16:creationId xmlns:a16="http://schemas.microsoft.com/office/drawing/2014/main" id="{007EDA18-21A2-EE24-A30F-672ADA92514C}"/>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a:extLst>
                <a:ext uri="{FF2B5EF4-FFF2-40B4-BE49-F238E27FC236}">
                  <a16:creationId xmlns:a16="http://schemas.microsoft.com/office/drawing/2014/main" id="{57C3C557-E9EF-D7AE-78DD-4CCF69A3E61B}"/>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a:extLst>
                <a:ext uri="{FF2B5EF4-FFF2-40B4-BE49-F238E27FC236}">
                  <a16:creationId xmlns:a16="http://schemas.microsoft.com/office/drawing/2014/main" id="{F6C09CFC-E65C-E46D-B936-B1625F73E747}"/>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a:extLst>
                <a:ext uri="{FF2B5EF4-FFF2-40B4-BE49-F238E27FC236}">
                  <a16:creationId xmlns:a16="http://schemas.microsoft.com/office/drawing/2014/main" id="{E93393E2-06EB-A1C5-DFF6-68468A336782}"/>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a:extLst>
                <a:ext uri="{FF2B5EF4-FFF2-40B4-BE49-F238E27FC236}">
                  <a16:creationId xmlns:a16="http://schemas.microsoft.com/office/drawing/2014/main" id="{9B184F13-5D83-2A3E-D4E1-3F9395F60B0E}"/>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a:extLst>
                <a:ext uri="{FF2B5EF4-FFF2-40B4-BE49-F238E27FC236}">
                  <a16:creationId xmlns:a16="http://schemas.microsoft.com/office/drawing/2014/main" id="{55D010CE-DA6E-715A-06CA-B82F2D5F0CFC}"/>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a:extLst>
                <a:ext uri="{FF2B5EF4-FFF2-40B4-BE49-F238E27FC236}">
                  <a16:creationId xmlns:a16="http://schemas.microsoft.com/office/drawing/2014/main" id="{8316029D-910C-F2A7-FD58-E633D90E917F}"/>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a:extLst>
                <a:ext uri="{FF2B5EF4-FFF2-40B4-BE49-F238E27FC236}">
                  <a16:creationId xmlns:a16="http://schemas.microsoft.com/office/drawing/2014/main" id="{AA2F56DE-E196-16E3-D125-8581E9EB55FB}"/>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a:extLst>
                <a:ext uri="{FF2B5EF4-FFF2-40B4-BE49-F238E27FC236}">
                  <a16:creationId xmlns:a16="http://schemas.microsoft.com/office/drawing/2014/main" id="{D9A99A26-ACCC-FE81-A07B-CE41258F77CD}"/>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a:extLst>
                <a:ext uri="{FF2B5EF4-FFF2-40B4-BE49-F238E27FC236}">
                  <a16:creationId xmlns:a16="http://schemas.microsoft.com/office/drawing/2014/main" id="{676202C3-C303-ECE0-8F51-639DF6950C47}"/>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a:extLst>
                <a:ext uri="{FF2B5EF4-FFF2-40B4-BE49-F238E27FC236}">
                  <a16:creationId xmlns:a16="http://schemas.microsoft.com/office/drawing/2014/main" id="{DEFC1169-D849-785C-B4F8-86B5659B2CBA}"/>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a:extLst>
                <a:ext uri="{FF2B5EF4-FFF2-40B4-BE49-F238E27FC236}">
                  <a16:creationId xmlns:a16="http://schemas.microsoft.com/office/drawing/2014/main" id="{8F261915-250A-A22E-7524-96D45BEFBB9B}"/>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a:extLst>
                <a:ext uri="{FF2B5EF4-FFF2-40B4-BE49-F238E27FC236}">
                  <a16:creationId xmlns:a16="http://schemas.microsoft.com/office/drawing/2014/main" id="{AC466D74-285B-832D-4BC2-5F4800BC3500}"/>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age 25">
            <a:extLst>
              <a:ext uri="{FF2B5EF4-FFF2-40B4-BE49-F238E27FC236}">
                <a16:creationId xmlns:a16="http://schemas.microsoft.com/office/drawing/2014/main" id="{63245A0F-C973-1199-F6DD-A51EF8913E8F}"/>
              </a:ext>
            </a:extLst>
          </p:cNvPr>
          <p:cNvPicPr/>
          <p:nvPr/>
        </p:nvPicPr>
        <p:blipFill>
          <a:blip r:embed="rId3" cstate="print"/>
          <a:stretch>
            <a:fillRect/>
          </a:stretch>
        </p:blipFill>
        <p:spPr>
          <a:xfrm>
            <a:off x="3249976" y="985495"/>
            <a:ext cx="5894024" cy="1466929"/>
          </a:xfrm>
          <a:prstGeom prst="rect">
            <a:avLst/>
          </a:prstGeom>
        </p:spPr>
      </p:pic>
      <p:pic>
        <p:nvPicPr>
          <p:cNvPr id="8" name="Image 28">
            <a:extLst>
              <a:ext uri="{FF2B5EF4-FFF2-40B4-BE49-F238E27FC236}">
                <a16:creationId xmlns:a16="http://schemas.microsoft.com/office/drawing/2014/main" id="{2257C31E-45FF-A177-26AC-31C5A2F2402B}"/>
              </a:ext>
            </a:extLst>
          </p:cNvPr>
          <p:cNvPicPr/>
          <p:nvPr/>
        </p:nvPicPr>
        <p:blipFill>
          <a:blip r:embed="rId4" cstate="print"/>
          <a:stretch>
            <a:fillRect/>
          </a:stretch>
        </p:blipFill>
        <p:spPr>
          <a:xfrm>
            <a:off x="47011" y="3315814"/>
            <a:ext cx="4524989" cy="1753954"/>
          </a:xfrm>
          <a:prstGeom prst="rect">
            <a:avLst/>
          </a:prstGeom>
        </p:spPr>
      </p:pic>
      <p:sp>
        <p:nvSpPr>
          <p:cNvPr id="2" name="TextBox 1">
            <a:extLst>
              <a:ext uri="{FF2B5EF4-FFF2-40B4-BE49-F238E27FC236}">
                <a16:creationId xmlns:a16="http://schemas.microsoft.com/office/drawing/2014/main" id="{68967D63-DA01-2C70-8A39-0FE912D3AC0D}"/>
              </a:ext>
            </a:extLst>
          </p:cNvPr>
          <p:cNvSpPr txBox="1"/>
          <p:nvPr/>
        </p:nvSpPr>
        <p:spPr>
          <a:xfrm>
            <a:off x="432974" y="983912"/>
            <a:ext cx="2522864" cy="1600438"/>
          </a:xfrm>
          <a:prstGeom prst="rect">
            <a:avLst/>
          </a:prstGeom>
          <a:noFill/>
        </p:spPr>
        <p:txBody>
          <a:bodyPr wrap="square" rtlCol="0">
            <a:spAutoFit/>
          </a:bodyPr>
          <a:lstStyle/>
          <a:p>
            <a:pPr marL="285750" indent="-285750">
              <a:buFont typeface="Arial" panose="020B0604020202020204" pitchFamily="34" charset="0"/>
              <a:buChar char="•"/>
            </a:pPr>
            <a:r>
              <a:rPr lang="en-US" dirty="0"/>
              <a:t>Green bars show profit increase</a:t>
            </a:r>
          </a:p>
          <a:p>
            <a:pPr marL="285750" indent="-285750">
              <a:buFont typeface="Arial" panose="020B0604020202020204" pitchFamily="34" charset="0"/>
              <a:buChar char="•"/>
            </a:pPr>
            <a:r>
              <a:rPr lang="en-US" dirty="0"/>
              <a:t>Red bars show profit decrease</a:t>
            </a:r>
          </a:p>
          <a:p>
            <a:pPr marL="285750" indent="-285750">
              <a:buFont typeface="Arial" panose="020B0604020202020204" pitchFamily="34" charset="0"/>
              <a:buChar char="•"/>
            </a:pPr>
            <a:r>
              <a:rPr lang="en-US" dirty="0"/>
              <a:t>Final bar shows </a:t>
            </a:r>
            <a:r>
              <a:rPr lang="en-US" b="1" dirty="0"/>
              <a:t>total annual profit</a:t>
            </a:r>
            <a:endParaRPr lang="en-US" dirty="0"/>
          </a:p>
          <a:p>
            <a:endParaRPr lang="en-US" dirty="0"/>
          </a:p>
        </p:txBody>
      </p:sp>
      <p:sp>
        <p:nvSpPr>
          <p:cNvPr id="5" name="TextBox 4">
            <a:extLst>
              <a:ext uri="{FF2B5EF4-FFF2-40B4-BE49-F238E27FC236}">
                <a16:creationId xmlns:a16="http://schemas.microsoft.com/office/drawing/2014/main" id="{DDBCBFC5-2189-B8F4-E3E4-2C57A27CE863}"/>
              </a:ext>
            </a:extLst>
          </p:cNvPr>
          <p:cNvSpPr txBox="1"/>
          <p:nvPr/>
        </p:nvSpPr>
        <p:spPr>
          <a:xfrm>
            <a:off x="4836404" y="3357786"/>
            <a:ext cx="4076242" cy="1600438"/>
          </a:xfrm>
          <a:prstGeom prst="rect">
            <a:avLst/>
          </a:prstGeom>
          <a:noFill/>
        </p:spPr>
        <p:txBody>
          <a:bodyPr wrap="square" rtlCol="0">
            <a:spAutoFit/>
          </a:bodyPr>
          <a:lstStyle/>
          <a:p>
            <a:r>
              <a:rPr lang="en-US" dirty="0"/>
              <a:t>This chart shows </a:t>
            </a:r>
            <a:r>
              <a:rPr lang="en-US" b="1" dirty="0"/>
              <a:t>monthly sales trends by category</a:t>
            </a:r>
            <a:r>
              <a:rPr lang="en-US" dirty="0"/>
              <a:t>—Furniture, Office Supplies, and Technology.</a:t>
            </a:r>
            <a:br>
              <a:rPr lang="en-US" dirty="0"/>
            </a:br>
            <a:br>
              <a:rPr lang="en-US" dirty="0"/>
            </a:br>
            <a:r>
              <a:rPr lang="en-US" dirty="0"/>
              <a:t>The chart helps understand </a:t>
            </a:r>
            <a:r>
              <a:rPr lang="en-US" b="1" dirty="0"/>
              <a:t>seasonal patterns and category-wise sales performance</a:t>
            </a:r>
            <a:r>
              <a:rPr lang="en-US" dirty="0"/>
              <a:t>.</a:t>
            </a:r>
          </a:p>
          <a:p>
            <a:endParaRPr lang="en-US" dirty="0"/>
          </a:p>
        </p:txBody>
      </p:sp>
    </p:spTree>
    <p:extLst>
      <p:ext uri="{BB962C8B-B14F-4D97-AF65-F5344CB8AC3E}">
        <p14:creationId xmlns:p14="http://schemas.microsoft.com/office/powerpoint/2010/main" val="581483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385FAF69-5387-6E87-0D87-67DF659A3EC5}"/>
            </a:ext>
          </a:extLst>
        </p:cNvPr>
        <p:cNvGrpSpPr/>
        <p:nvPr/>
      </p:nvGrpSpPr>
      <p:grpSpPr>
        <a:xfrm>
          <a:off x="0" y="0"/>
          <a:ext cx="0" cy="0"/>
          <a:chOff x="0" y="0"/>
          <a:chExt cx="0" cy="0"/>
        </a:xfrm>
      </p:grpSpPr>
      <p:sp>
        <p:nvSpPr>
          <p:cNvPr id="405" name="Google Shape;405;p36">
            <a:extLst>
              <a:ext uri="{FF2B5EF4-FFF2-40B4-BE49-F238E27FC236}">
                <a16:creationId xmlns:a16="http://schemas.microsoft.com/office/drawing/2014/main" id="{68598170-CA25-FA95-AD90-20EBFCDA4D81}"/>
              </a:ext>
            </a:extLst>
          </p:cNvPr>
          <p:cNvSpPr txBox="1">
            <a:spLocks noGrp="1"/>
          </p:cNvSpPr>
          <p:nvPr>
            <p:ph type="title"/>
          </p:nvPr>
        </p:nvSpPr>
        <p:spPr>
          <a:xfrm>
            <a:off x="719999" y="66446"/>
            <a:ext cx="7704000" cy="745955"/>
          </a:xfrm>
          <a:prstGeom prst="rect">
            <a:avLst/>
          </a:prstGeom>
        </p:spPr>
        <p:txBody>
          <a:bodyPr spcFirstLastPara="1" wrap="square" lIns="91425" tIns="91425" rIns="91425" bIns="91425" anchor="t" anchorCtr="0">
            <a:noAutofit/>
          </a:bodyPr>
          <a:lstStyle/>
          <a:p>
            <a:pPr lvl="0" algn="ctr"/>
            <a:r>
              <a:rPr lang="en-US" dirty="0"/>
              <a:t>YTD vs. PYTD Sales Trend </a:t>
            </a:r>
            <a:endParaRPr dirty="0"/>
          </a:p>
        </p:txBody>
      </p:sp>
      <p:grpSp>
        <p:nvGrpSpPr>
          <p:cNvPr id="412" name="Google Shape;412;p36">
            <a:extLst>
              <a:ext uri="{FF2B5EF4-FFF2-40B4-BE49-F238E27FC236}">
                <a16:creationId xmlns:a16="http://schemas.microsoft.com/office/drawing/2014/main" id="{EE2160E7-FB92-C07B-0C8C-01C2EAA76CA5}"/>
              </a:ext>
            </a:extLst>
          </p:cNvPr>
          <p:cNvGrpSpPr/>
          <p:nvPr/>
        </p:nvGrpSpPr>
        <p:grpSpPr>
          <a:xfrm>
            <a:off x="5174162" y="1904677"/>
            <a:ext cx="490082" cy="489168"/>
            <a:chOff x="1421638" y="4125629"/>
            <a:chExt cx="374709" cy="374010"/>
          </a:xfrm>
        </p:grpSpPr>
        <p:sp>
          <p:nvSpPr>
            <p:cNvPr id="413" name="Google Shape;413;p36">
              <a:extLst>
                <a:ext uri="{FF2B5EF4-FFF2-40B4-BE49-F238E27FC236}">
                  <a16:creationId xmlns:a16="http://schemas.microsoft.com/office/drawing/2014/main" id="{2A2F5312-58BD-73AA-DC77-4D60FF4C6A93}"/>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a:extLst>
                <a:ext uri="{FF2B5EF4-FFF2-40B4-BE49-F238E27FC236}">
                  <a16:creationId xmlns:a16="http://schemas.microsoft.com/office/drawing/2014/main" id="{86024236-BFC7-B61A-CB74-FB5235ED8E60}"/>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6">
            <a:extLst>
              <a:ext uri="{FF2B5EF4-FFF2-40B4-BE49-F238E27FC236}">
                <a16:creationId xmlns:a16="http://schemas.microsoft.com/office/drawing/2014/main" id="{BE32D164-5E5C-F9D7-E282-34C146A4461B}"/>
              </a:ext>
            </a:extLst>
          </p:cNvPr>
          <p:cNvGrpSpPr/>
          <p:nvPr/>
        </p:nvGrpSpPr>
        <p:grpSpPr>
          <a:xfrm>
            <a:off x="948506" y="1846105"/>
            <a:ext cx="490090" cy="606319"/>
            <a:chOff x="2667821" y="3361108"/>
            <a:chExt cx="273046" cy="337801"/>
          </a:xfrm>
        </p:grpSpPr>
        <p:sp>
          <p:nvSpPr>
            <p:cNvPr id="416" name="Google Shape;416;p36">
              <a:extLst>
                <a:ext uri="{FF2B5EF4-FFF2-40B4-BE49-F238E27FC236}">
                  <a16:creationId xmlns:a16="http://schemas.microsoft.com/office/drawing/2014/main" id="{F274AE56-1B46-72EF-720C-155D952C4786}"/>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a:extLst>
                <a:ext uri="{FF2B5EF4-FFF2-40B4-BE49-F238E27FC236}">
                  <a16:creationId xmlns:a16="http://schemas.microsoft.com/office/drawing/2014/main" id="{1992A04F-2D70-49E7-9F62-F9CBAA3E5DB5}"/>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a:extLst>
                <a:ext uri="{FF2B5EF4-FFF2-40B4-BE49-F238E27FC236}">
                  <a16:creationId xmlns:a16="http://schemas.microsoft.com/office/drawing/2014/main" id="{606D31D9-85C6-E3EA-8A24-9B4F7781BA1B}"/>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a:extLst>
                <a:ext uri="{FF2B5EF4-FFF2-40B4-BE49-F238E27FC236}">
                  <a16:creationId xmlns:a16="http://schemas.microsoft.com/office/drawing/2014/main" id="{D551E1D4-3400-8D9B-AEA4-46032A9EA6B0}"/>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a:extLst>
                <a:ext uri="{FF2B5EF4-FFF2-40B4-BE49-F238E27FC236}">
                  <a16:creationId xmlns:a16="http://schemas.microsoft.com/office/drawing/2014/main" id="{602D8A1B-4DAC-239F-AB21-10A5DE0BC22F}"/>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a:extLst>
                <a:ext uri="{FF2B5EF4-FFF2-40B4-BE49-F238E27FC236}">
                  <a16:creationId xmlns:a16="http://schemas.microsoft.com/office/drawing/2014/main" id="{BF93B180-2BF0-6966-1606-1591B405921D}"/>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a:extLst>
                <a:ext uri="{FF2B5EF4-FFF2-40B4-BE49-F238E27FC236}">
                  <a16:creationId xmlns:a16="http://schemas.microsoft.com/office/drawing/2014/main" id="{AC2D980D-6E8D-D227-F2D1-7D83D41A1C8D}"/>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a:extLst>
                <a:ext uri="{FF2B5EF4-FFF2-40B4-BE49-F238E27FC236}">
                  <a16:creationId xmlns:a16="http://schemas.microsoft.com/office/drawing/2014/main" id="{EF8FA888-D82E-8BB9-A742-82E125CE673F}"/>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a:extLst>
                <a:ext uri="{FF2B5EF4-FFF2-40B4-BE49-F238E27FC236}">
                  <a16:creationId xmlns:a16="http://schemas.microsoft.com/office/drawing/2014/main" id="{1E582C99-34D7-843E-A51B-C3A50FAEA9D2}"/>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a:extLst>
                <a:ext uri="{FF2B5EF4-FFF2-40B4-BE49-F238E27FC236}">
                  <a16:creationId xmlns:a16="http://schemas.microsoft.com/office/drawing/2014/main" id="{67966FB7-5FAC-B9EC-366B-B6572FED9ADD}"/>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a:extLst>
                <a:ext uri="{FF2B5EF4-FFF2-40B4-BE49-F238E27FC236}">
                  <a16:creationId xmlns:a16="http://schemas.microsoft.com/office/drawing/2014/main" id="{74D20DEF-C67F-3A22-1C09-989F87D076C2}"/>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a:extLst>
                <a:ext uri="{FF2B5EF4-FFF2-40B4-BE49-F238E27FC236}">
                  <a16:creationId xmlns:a16="http://schemas.microsoft.com/office/drawing/2014/main" id="{B228CA6F-66CC-72BC-FF02-3C2C8D6B6E23}"/>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a:extLst>
                <a:ext uri="{FF2B5EF4-FFF2-40B4-BE49-F238E27FC236}">
                  <a16:creationId xmlns:a16="http://schemas.microsoft.com/office/drawing/2014/main" id="{F3E66F86-FF58-DA8D-4200-54F780344409}"/>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a:extLst>
                <a:ext uri="{FF2B5EF4-FFF2-40B4-BE49-F238E27FC236}">
                  <a16:creationId xmlns:a16="http://schemas.microsoft.com/office/drawing/2014/main" id="{9D20944A-F699-95C8-51A4-FBD2ED69954C}"/>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a:extLst>
                <a:ext uri="{FF2B5EF4-FFF2-40B4-BE49-F238E27FC236}">
                  <a16:creationId xmlns:a16="http://schemas.microsoft.com/office/drawing/2014/main" id="{99C15B67-8A70-234B-8030-2A32A62614E5}"/>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a:extLst>
                <a:ext uri="{FF2B5EF4-FFF2-40B4-BE49-F238E27FC236}">
                  <a16:creationId xmlns:a16="http://schemas.microsoft.com/office/drawing/2014/main" id="{9407DCD0-20AB-E367-90F4-8A0507A23971}"/>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a:extLst>
                <a:ext uri="{FF2B5EF4-FFF2-40B4-BE49-F238E27FC236}">
                  <a16:creationId xmlns:a16="http://schemas.microsoft.com/office/drawing/2014/main" id="{77ABEDEA-7898-B558-9824-7A4B0723EBB9}"/>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a:extLst>
                <a:ext uri="{FF2B5EF4-FFF2-40B4-BE49-F238E27FC236}">
                  <a16:creationId xmlns:a16="http://schemas.microsoft.com/office/drawing/2014/main" id="{8F82C281-7747-1E44-B657-8257FA804182}"/>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a:extLst>
                <a:ext uri="{FF2B5EF4-FFF2-40B4-BE49-F238E27FC236}">
                  <a16:creationId xmlns:a16="http://schemas.microsoft.com/office/drawing/2014/main" id="{6926E581-7E40-1CD5-5A78-253D74E7149E}"/>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Image 31">
            <a:extLst>
              <a:ext uri="{FF2B5EF4-FFF2-40B4-BE49-F238E27FC236}">
                <a16:creationId xmlns:a16="http://schemas.microsoft.com/office/drawing/2014/main" id="{6E70F267-1006-F84D-6EB1-0BB6BB012D63}"/>
              </a:ext>
            </a:extLst>
          </p:cNvPr>
          <p:cNvPicPr/>
          <p:nvPr/>
        </p:nvPicPr>
        <p:blipFill>
          <a:blip r:embed="rId3" cstate="print"/>
          <a:stretch>
            <a:fillRect/>
          </a:stretch>
        </p:blipFill>
        <p:spPr>
          <a:xfrm>
            <a:off x="1582871" y="783023"/>
            <a:ext cx="5978255" cy="2364218"/>
          </a:xfrm>
          <a:prstGeom prst="rect">
            <a:avLst/>
          </a:prstGeom>
        </p:spPr>
      </p:pic>
      <p:sp>
        <p:nvSpPr>
          <p:cNvPr id="3" name="TextBox 2">
            <a:extLst>
              <a:ext uri="{FF2B5EF4-FFF2-40B4-BE49-F238E27FC236}">
                <a16:creationId xmlns:a16="http://schemas.microsoft.com/office/drawing/2014/main" id="{92704CCC-0276-3ECC-26CC-820CD25B194D}"/>
              </a:ext>
            </a:extLst>
          </p:cNvPr>
          <p:cNvSpPr txBox="1"/>
          <p:nvPr/>
        </p:nvSpPr>
        <p:spPr>
          <a:xfrm>
            <a:off x="1582871" y="3257934"/>
            <a:ext cx="6220628" cy="1815882"/>
          </a:xfrm>
          <a:prstGeom prst="rect">
            <a:avLst/>
          </a:prstGeom>
          <a:noFill/>
        </p:spPr>
        <p:txBody>
          <a:bodyPr wrap="square" rtlCol="0">
            <a:spAutoFit/>
          </a:bodyPr>
          <a:lstStyle/>
          <a:p>
            <a:r>
              <a:rPr lang="en-US" dirty="0"/>
              <a:t>This chart compares </a:t>
            </a:r>
            <a:r>
              <a:rPr lang="en-US" b="1" dirty="0"/>
              <a:t>monthly sales of the current year (YTD)</a:t>
            </a:r>
            <a:r>
              <a:rPr lang="en-US" dirty="0"/>
              <a:t> with </a:t>
            </a:r>
            <a:r>
              <a:rPr lang="en-US" b="1" dirty="0"/>
              <a:t>last year (PYTD)</a:t>
            </a:r>
            <a:r>
              <a:rPr lang="en-US" dirty="0"/>
              <a:t>.</a:t>
            </a:r>
          </a:p>
          <a:p>
            <a:endParaRPr lang="en-US" dirty="0"/>
          </a:p>
          <a:p>
            <a:pPr marL="285750" indent="-285750">
              <a:buFont typeface="Arial" panose="020B0604020202020204" pitchFamily="34" charset="0"/>
              <a:buChar char="•"/>
            </a:pPr>
            <a:r>
              <a:rPr lang="en-US" dirty="0"/>
              <a:t>In some months like </a:t>
            </a:r>
            <a:r>
              <a:rPr lang="en-US" b="1" dirty="0"/>
              <a:t>March and July</a:t>
            </a:r>
            <a:r>
              <a:rPr lang="en-US" dirty="0"/>
              <a:t>, sales increased</a:t>
            </a:r>
          </a:p>
          <a:p>
            <a:pPr marL="285750" indent="-285750">
              <a:buFont typeface="Arial" panose="020B0604020202020204" pitchFamily="34" charset="0"/>
              <a:buChar char="•"/>
            </a:pPr>
            <a:r>
              <a:rPr lang="en-US" dirty="0"/>
              <a:t>In </a:t>
            </a:r>
            <a:r>
              <a:rPr lang="en-US" b="1" dirty="0"/>
              <a:t>December</a:t>
            </a:r>
            <a:r>
              <a:rPr lang="en-US" dirty="0"/>
              <a:t>, sales dropped compared to last year</a:t>
            </a:r>
          </a:p>
          <a:p>
            <a:r>
              <a:rPr lang="en-US" b="1" dirty="0"/>
              <a:t>Conclusion</a:t>
            </a:r>
            <a:r>
              <a:rPr lang="en-US" dirty="0"/>
              <a:t>:</a:t>
            </a:r>
          </a:p>
          <a:p>
            <a:r>
              <a:rPr lang="en-US" dirty="0"/>
              <a:t>Sales performance fluctuates across months, showing seasonal trends</a:t>
            </a:r>
          </a:p>
          <a:p>
            <a:r>
              <a:rPr lang="en-US" dirty="0"/>
              <a:t>‘</a:t>
            </a:r>
          </a:p>
        </p:txBody>
      </p:sp>
    </p:spTree>
    <p:extLst>
      <p:ext uri="{BB962C8B-B14F-4D97-AF65-F5344CB8AC3E}">
        <p14:creationId xmlns:p14="http://schemas.microsoft.com/office/powerpoint/2010/main" val="340289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4">
          <a:extLst>
            <a:ext uri="{FF2B5EF4-FFF2-40B4-BE49-F238E27FC236}">
              <a16:creationId xmlns:a16="http://schemas.microsoft.com/office/drawing/2014/main" id="{547738C2-237B-8E25-F93B-0F0D8A59BA92}"/>
            </a:ext>
          </a:extLst>
        </p:cNvPr>
        <p:cNvGrpSpPr/>
        <p:nvPr/>
      </p:nvGrpSpPr>
      <p:grpSpPr>
        <a:xfrm>
          <a:off x="0" y="0"/>
          <a:ext cx="0" cy="0"/>
          <a:chOff x="0" y="0"/>
          <a:chExt cx="0" cy="0"/>
        </a:xfrm>
      </p:grpSpPr>
      <p:grpSp>
        <p:nvGrpSpPr>
          <p:cNvPr id="412" name="Google Shape;412;p36">
            <a:extLst>
              <a:ext uri="{FF2B5EF4-FFF2-40B4-BE49-F238E27FC236}">
                <a16:creationId xmlns:a16="http://schemas.microsoft.com/office/drawing/2014/main" id="{990BA51A-BFAA-1624-5789-903B4095026F}"/>
              </a:ext>
            </a:extLst>
          </p:cNvPr>
          <p:cNvGrpSpPr/>
          <p:nvPr/>
        </p:nvGrpSpPr>
        <p:grpSpPr>
          <a:xfrm>
            <a:off x="5174162" y="1904677"/>
            <a:ext cx="490082" cy="489168"/>
            <a:chOff x="1421638" y="4125629"/>
            <a:chExt cx="374709" cy="374010"/>
          </a:xfrm>
        </p:grpSpPr>
        <p:sp>
          <p:nvSpPr>
            <p:cNvPr id="413" name="Google Shape;413;p36">
              <a:extLst>
                <a:ext uri="{FF2B5EF4-FFF2-40B4-BE49-F238E27FC236}">
                  <a16:creationId xmlns:a16="http://schemas.microsoft.com/office/drawing/2014/main" id="{E447A165-04FF-8B6C-7931-72E8CEF6771B}"/>
                </a:ext>
              </a:extLst>
            </p:cNvPr>
            <p:cNvSpPr/>
            <p:nvPr/>
          </p:nvSpPr>
          <p:spPr>
            <a:xfrm>
              <a:off x="1421638" y="4265954"/>
              <a:ext cx="374709" cy="233685"/>
            </a:xfrm>
            <a:custGeom>
              <a:avLst/>
              <a:gdLst/>
              <a:ahLst/>
              <a:cxnLst/>
              <a:rect l="l" t="t" r="r" b="b"/>
              <a:pathLst>
                <a:path w="11800" h="7359" extrusionOk="0">
                  <a:moveTo>
                    <a:pt x="3180" y="3298"/>
                  </a:moveTo>
                  <a:lnTo>
                    <a:pt x="3180" y="7001"/>
                  </a:lnTo>
                  <a:lnTo>
                    <a:pt x="1691" y="7001"/>
                  </a:lnTo>
                  <a:lnTo>
                    <a:pt x="1691" y="3298"/>
                  </a:lnTo>
                  <a:close/>
                  <a:moveTo>
                    <a:pt x="6680" y="2370"/>
                  </a:moveTo>
                  <a:lnTo>
                    <a:pt x="6680" y="7001"/>
                  </a:lnTo>
                  <a:lnTo>
                    <a:pt x="5192" y="7001"/>
                  </a:lnTo>
                  <a:lnTo>
                    <a:pt x="5192" y="2370"/>
                  </a:lnTo>
                  <a:close/>
                  <a:moveTo>
                    <a:pt x="10180" y="345"/>
                  </a:moveTo>
                  <a:lnTo>
                    <a:pt x="10180" y="7001"/>
                  </a:lnTo>
                  <a:lnTo>
                    <a:pt x="8692" y="7001"/>
                  </a:lnTo>
                  <a:lnTo>
                    <a:pt x="8692" y="345"/>
                  </a:lnTo>
                  <a:close/>
                  <a:moveTo>
                    <a:pt x="8502" y="0"/>
                  </a:moveTo>
                  <a:cubicBezTo>
                    <a:pt x="8406" y="0"/>
                    <a:pt x="8323" y="84"/>
                    <a:pt x="8323" y="179"/>
                  </a:cubicBezTo>
                  <a:lnTo>
                    <a:pt x="8323" y="7001"/>
                  </a:lnTo>
                  <a:lnTo>
                    <a:pt x="7013" y="7001"/>
                  </a:lnTo>
                  <a:lnTo>
                    <a:pt x="7013" y="2203"/>
                  </a:lnTo>
                  <a:cubicBezTo>
                    <a:pt x="7013" y="2120"/>
                    <a:pt x="6930" y="2024"/>
                    <a:pt x="6835" y="2024"/>
                  </a:cubicBezTo>
                  <a:lnTo>
                    <a:pt x="4989" y="2024"/>
                  </a:lnTo>
                  <a:cubicBezTo>
                    <a:pt x="4894" y="2024"/>
                    <a:pt x="4811" y="2108"/>
                    <a:pt x="4811" y="2203"/>
                  </a:cubicBezTo>
                  <a:lnTo>
                    <a:pt x="4811" y="7001"/>
                  </a:lnTo>
                  <a:lnTo>
                    <a:pt x="3501" y="7001"/>
                  </a:lnTo>
                  <a:lnTo>
                    <a:pt x="3501" y="3132"/>
                  </a:lnTo>
                  <a:cubicBezTo>
                    <a:pt x="3501" y="3036"/>
                    <a:pt x="3418" y="2953"/>
                    <a:pt x="3322" y="2953"/>
                  </a:cubicBezTo>
                  <a:lnTo>
                    <a:pt x="1477" y="2953"/>
                  </a:lnTo>
                  <a:cubicBezTo>
                    <a:pt x="1382" y="2953"/>
                    <a:pt x="1298" y="3024"/>
                    <a:pt x="1298" y="3132"/>
                  </a:cubicBezTo>
                  <a:lnTo>
                    <a:pt x="1298" y="7001"/>
                  </a:lnTo>
                  <a:lnTo>
                    <a:pt x="179" y="7001"/>
                  </a:lnTo>
                  <a:cubicBezTo>
                    <a:pt x="84" y="7001"/>
                    <a:pt x="1" y="7073"/>
                    <a:pt x="1" y="7180"/>
                  </a:cubicBezTo>
                  <a:cubicBezTo>
                    <a:pt x="1" y="7287"/>
                    <a:pt x="72" y="7358"/>
                    <a:pt x="179" y="7358"/>
                  </a:cubicBezTo>
                  <a:lnTo>
                    <a:pt x="11597" y="7358"/>
                  </a:lnTo>
                  <a:cubicBezTo>
                    <a:pt x="11681" y="7358"/>
                    <a:pt x="11776" y="7287"/>
                    <a:pt x="11776" y="7180"/>
                  </a:cubicBezTo>
                  <a:cubicBezTo>
                    <a:pt x="11800" y="7073"/>
                    <a:pt x="11728" y="7001"/>
                    <a:pt x="11633" y="7001"/>
                  </a:cubicBezTo>
                  <a:lnTo>
                    <a:pt x="10526" y="7001"/>
                  </a:lnTo>
                  <a:lnTo>
                    <a:pt x="10526" y="179"/>
                  </a:lnTo>
                  <a:cubicBezTo>
                    <a:pt x="10526" y="95"/>
                    <a:pt x="10442" y="0"/>
                    <a:pt x="10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6">
              <a:extLst>
                <a:ext uri="{FF2B5EF4-FFF2-40B4-BE49-F238E27FC236}">
                  <a16:creationId xmlns:a16="http://schemas.microsoft.com/office/drawing/2014/main" id="{629857BA-CCC6-6E38-2AB9-85FB0A84E928}"/>
                </a:ext>
              </a:extLst>
            </p:cNvPr>
            <p:cNvSpPr/>
            <p:nvPr/>
          </p:nvSpPr>
          <p:spPr>
            <a:xfrm>
              <a:off x="1428052" y="4125629"/>
              <a:ext cx="356958" cy="215585"/>
            </a:xfrm>
            <a:custGeom>
              <a:avLst/>
              <a:gdLst/>
              <a:ahLst/>
              <a:cxnLst/>
              <a:rect l="l" t="t" r="r" b="b"/>
              <a:pathLst>
                <a:path w="11241" h="6789" extrusionOk="0">
                  <a:moveTo>
                    <a:pt x="10668" y="0"/>
                  </a:moveTo>
                  <a:cubicBezTo>
                    <a:pt x="10653" y="0"/>
                    <a:pt x="10637" y="1"/>
                    <a:pt x="10621" y="2"/>
                  </a:cubicBezTo>
                  <a:lnTo>
                    <a:pt x="9145" y="181"/>
                  </a:lnTo>
                  <a:cubicBezTo>
                    <a:pt x="8847" y="216"/>
                    <a:pt x="8633" y="490"/>
                    <a:pt x="8669" y="788"/>
                  </a:cubicBezTo>
                  <a:cubicBezTo>
                    <a:pt x="8691" y="1064"/>
                    <a:pt x="8938" y="1268"/>
                    <a:pt x="9211" y="1268"/>
                  </a:cubicBezTo>
                  <a:cubicBezTo>
                    <a:pt x="9232" y="1268"/>
                    <a:pt x="9254" y="1267"/>
                    <a:pt x="9276" y="1264"/>
                  </a:cubicBezTo>
                  <a:lnTo>
                    <a:pt x="9395" y="1252"/>
                  </a:lnTo>
                  <a:lnTo>
                    <a:pt x="9395" y="1252"/>
                  </a:lnTo>
                  <a:cubicBezTo>
                    <a:pt x="7597" y="3348"/>
                    <a:pt x="5442" y="4443"/>
                    <a:pt x="3918" y="4979"/>
                  </a:cubicBezTo>
                  <a:cubicBezTo>
                    <a:pt x="2025" y="5657"/>
                    <a:pt x="561" y="5717"/>
                    <a:pt x="537" y="5717"/>
                  </a:cubicBezTo>
                  <a:cubicBezTo>
                    <a:pt x="239" y="5729"/>
                    <a:pt x="1" y="5967"/>
                    <a:pt x="25" y="6265"/>
                  </a:cubicBezTo>
                  <a:cubicBezTo>
                    <a:pt x="37" y="6562"/>
                    <a:pt x="275" y="6789"/>
                    <a:pt x="561" y="6789"/>
                  </a:cubicBezTo>
                  <a:lnTo>
                    <a:pt x="572" y="6789"/>
                  </a:lnTo>
                  <a:cubicBezTo>
                    <a:pt x="632" y="6789"/>
                    <a:pt x="2192" y="6729"/>
                    <a:pt x="4263" y="6003"/>
                  </a:cubicBezTo>
                  <a:cubicBezTo>
                    <a:pt x="5418" y="5586"/>
                    <a:pt x="6514" y="5050"/>
                    <a:pt x="7490" y="4383"/>
                  </a:cubicBezTo>
                  <a:cubicBezTo>
                    <a:pt x="7561" y="4324"/>
                    <a:pt x="7597" y="4217"/>
                    <a:pt x="7538" y="4145"/>
                  </a:cubicBezTo>
                  <a:cubicBezTo>
                    <a:pt x="7501" y="4093"/>
                    <a:pt x="7445" y="4065"/>
                    <a:pt x="7391" y="4065"/>
                  </a:cubicBezTo>
                  <a:cubicBezTo>
                    <a:pt x="7358" y="4065"/>
                    <a:pt x="7326" y="4075"/>
                    <a:pt x="7299" y="4098"/>
                  </a:cubicBezTo>
                  <a:cubicBezTo>
                    <a:pt x="6335" y="4753"/>
                    <a:pt x="5275" y="5288"/>
                    <a:pt x="4144" y="5693"/>
                  </a:cubicBezTo>
                  <a:cubicBezTo>
                    <a:pt x="2132" y="6408"/>
                    <a:pt x="632" y="6467"/>
                    <a:pt x="561" y="6467"/>
                  </a:cubicBezTo>
                  <a:cubicBezTo>
                    <a:pt x="453" y="6467"/>
                    <a:pt x="358" y="6372"/>
                    <a:pt x="358" y="6265"/>
                  </a:cubicBezTo>
                  <a:cubicBezTo>
                    <a:pt x="358" y="6169"/>
                    <a:pt x="441" y="6074"/>
                    <a:pt x="561" y="6062"/>
                  </a:cubicBezTo>
                  <a:cubicBezTo>
                    <a:pt x="572" y="6062"/>
                    <a:pt x="2085" y="6003"/>
                    <a:pt x="4037" y="5300"/>
                  </a:cubicBezTo>
                  <a:cubicBezTo>
                    <a:pt x="5680" y="4717"/>
                    <a:pt x="8026" y="3514"/>
                    <a:pt x="9943" y="1133"/>
                  </a:cubicBezTo>
                  <a:cubicBezTo>
                    <a:pt x="10035" y="1018"/>
                    <a:pt x="9949" y="847"/>
                    <a:pt x="9813" y="847"/>
                  </a:cubicBezTo>
                  <a:cubicBezTo>
                    <a:pt x="9809" y="847"/>
                    <a:pt x="9804" y="847"/>
                    <a:pt x="9800" y="847"/>
                  </a:cubicBezTo>
                  <a:lnTo>
                    <a:pt x="9252" y="931"/>
                  </a:lnTo>
                  <a:cubicBezTo>
                    <a:pt x="9244" y="932"/>
                    <a:pt x="9236" y="932"/>
                    <a:pt x="9228" y="932"/>
                  </a:cubicBezTo>
                  <a:cubicBezTo>
                    <a:pt x="9139" y="932"/>
                    <a:pt x="9049" y="874"/>
                    <a:pt x="9038" y="776"/>
                  </a:cubicBezTo>
                  <a:cubicBezTo>
                    <a:pt x="9014" y="657"/>
                    <a:pt x="9085" y="550"/>
                    <a:pt x="9204" y="538"/>
                  </a:cubicBezTo>
                  <a:lnTo>
                    <a:pt x="10681" y="359"/>
                  </a:lnTo>
                  <a:cubicBezTo>
                    <a:pt x="10688" y="358"/>
                    <a:pt x="10696" y="358"/>
                    <a:pt x="10703" y="358"/>
                  </a:cubicBezTo>
                  <a:cubicBezTo>
                    <a:pt x="10812" y="358"/>
                    <a:pt x="10895" y="438"/>
                    <a:pt x="10895" y="550"/>
                  </a:cubicBezTo>
                  <a:lnTo>
                    <a:pt x="10895" y="2026"/>
                  </a:lnTo>
                  <a:cubicBezTo>
                    <a:pt x="10895" y="2133"/>
                    <a:pt x="10812" y="2217"/>
                    <a:pt x="10705" y="2217"/>
                  </a:cubicBezTo>
                  <a:cubicBezTo>
                    <a:pt x="10598" y="2217"/>
                    <a:pt x="10514" y="2133"/>
                    <a:pt x="10514" y="2026"/>
                  </a:cubicBezTo>
                  <a:lnTo>
                    <a:pt x="10514" y="1586"/>
                  </a:lnTo>
                  <a:cubicBezTo>
                    <a:pt x="10514" y="1502"/>
                    <a:pt x="10467" y="1443"/>
                    <a:pt x="10407" y="1419"/>
                  </a:cubicBezTo>
                  <a:cubicBezTo>
                    <a:pt x="10387" y="1409"/>
                    <a:pt x="10368" y="1405"/>
                    <a:pt x="10349" y="1405"/>
                  </a:cubicBezTo>
                  <a:cubicBezTo>
                    <a:pt x="10298" y="1405"/>
                    <a:pt x="10251" y="1435"/>
                    <a:pt x="10217" y="1478"/>
                  </a:cubicBezTo>
                  <a:cubicBezTo>
                    <a:pt x="9574" y="2264"/>
                    <a:pt x="8835" y="2979"/>
                    <a:pt x="8026" y="3610"/>
                  </a:cubicBezTo>
                  <a:cubicBezTo>
                    <a:pt x="7954" y="3669"/>
                    <a:pt x="7942" y="3764"/>
                    <a:pt x="8002" y="3848"/>
                  </a:cubicBezTo>
                  <a:cubicBezTo>
                    <a:pt x="8036" y="3888"/>
                    <a:pt x="8081" y="3910"/>
                    <a:pt x="8129" y="3910"/>
                  </a:cubicBezTo>
                  <a:cubicBezTo>
                    <a:pt x="8166" y="3910"/>
                    <a:pt x="8204" y="3897"/>
                    <a:pt x="8240" y="3872"/>
                  </a:cubicBezTo>
                  <a:cubicBezTo>
                    <a:pt x="8931" y="3336"/>
                    <a:pt x="9585" y="2729"/>
                    <a:pt x="10169" y="2062"/>
                  </a:cubicBezTo>
                  <a:cubicBezTo>
                    <a:pt x="10181" y="2336"/>
                    <a:pt x="10419" y="2574"/>
                    <a:pt x="10705" y="2574"/>
                  </a:cubicBezTo>
                  <a:cubicBezTo>
                    <a:pt x="11002" y="2574"/>
                    <a:pt x="11240" y="2336"/>
                    <a:pt x="11240" y="2038"/>
                  </a:cubicBezTo>
                  <a:lnTo>
                    <a:pt x="11240" y="573"/>
                  </a:lnTo>
                  <a:cubicBezTo>
                    <a:pt x="11240" y="395"/>
                    <a:pt x="11169" y="240"/>
                    <a:pt x="11050" y="133"/>
                  </a:cubicBezTo>
                  <a:cubicBezTo>
                    <a:pt x="10943" y="47"/>
                    <a:pt x="10807" y="0"/>
                    <a:pt x="1066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36">
            <a:extLst>
              <a:ext uri="{FF2B5EF4-FFF2-40B4-BE49-F238E27FC236}">
                <a16:creationId xmlns:a16="http://schemas.microsoft.com/office/drawing/2014/main" id="{B07062C0-C442-335E-7BED-901292BF8118}"/>
              </a:ext>
            </a:extLst>
          </p:cNvPr>
          <p:cNvGrpSpPr/>
          <p:nvPr/>
        </p:nvGrpSpPr>
        <p:grpSpPr>
          <a:xfrm>
            <a:off x="948506" y="1846105"/>
            <a:ext cx="490090" cy="606319"/>
            <a:chOff x="2667821" y="3361108"/>
            <a:chExt cx="273046" cy="337801"/>
          </a:xfrm>
        </p:grpSpPr>
        <p:sp>
          <p:nvSpPr>
            <p:cNvPr id="416" name="Google Shape;416;p36">
              <a:extLst>
                <a:ext uri="{FF2B5EF4-FFF2-40B4-BE49-F238E27FC236}">
                  <a16:creationId xmlns:a16="http://schemas.microsoft.com/office/drawing/2014/main" id="{6E39714F-9D8B-79F8-D23D-6CF89F3B3B55}"/>
                </a:ext>
              </a:extLst>
            </p:cNvPr>
            <p:cNvSpPr/>
            <p:nvPr/>
          </p:nvSpPr>
          <p:spPr>
            <a:xfrm>
              <a:off x="2799971" y="3361108"/>
              <a:ext cx="10273" cy="36385"/>
            </a:xfrm>
            <a:custGeom>
              <a:avLst/>
              <a:gdLst/>
              <a:ahLst/>
              <a:cxnLst/>
              <a:rect l="l" t="t" r="r" b="b"/>
              <a:pathLst>
                <a:path w="323" h="1144" extrusionOk="0">
                  <a:moveTo>
                    <a:pt x="155" y="0"/>
                  </a:moveTo>
                  <a:cubicBezTo>
                    <a:pt x="72" y="0"/>
                    <a:pt x="1" y="72"/>
                    <a:pt x="1" y="167"/>
                  </a:cubicBezTo>
                  <a:lnTo>
                    <a:pt x="1" y="977"/>
                  </a:lnTo>
                  <a:cubicBezTo>
                    <a:pt x="1" y="1072"/>
                    <a:pt x="72" y="1143"/>
                    <a:pt x="155" y="1143"/>
                  </a:cubicBezTo>
                  <a:cubicBezTo>
                    <a:pt x="251" y="1143"/>
                    <a:pt x="322" y="1072"/>
                    <a:pt x="322" y="977"/>
                  </a:cubicBezTo>
                  <a:lnTo>
                    <a:pt x="322" y="167"/>
                  </a:lnTo>
                  <a:cubicBezTo>
                    <a:pt x="310" y="60"/>
                    <a:pt x="251" y="0"/>
                    <a:pt x="15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a:extLst>
                <a:ext uri="{FF2B5EF4-FFF2-40B4-BE49-F238E27FC236}">
                  <a16:creationId xmlns:a16="http://schemas.microsoft.com/office/drawing/2014/main" id="{8C10B07C-54AD-B0BF-9AE6-2CEC3399AB2A}"/>
                </a:ext>
              </a:extLst>
            </p:cNvPr>
            <p:cNvSpPr/>
            <p:nvPr/>
          </p:nvSpPr>
          <p:spPr>
            <a:xfrm>
              <a:off x="2838964" y="3371063"/>
              <a:ext cx="22009" cy="34381"/>
            </a:xfrm>
            <a:custGeom>
              <a:avLst/>
              <a:gdLst/>
              <a:ahLst/>
              <a:cxnLst/>
              <a:rect l="l" t="t" r="r" b="b"/>
              <a:pathLst>
                <a:path w="692" h="1081" extrusionOk="0">
                  <a:moveTo>
                    <a:pt x="517" y="0"/>
                  </a:moveTo>
                  <a:cubicBezTo>
                    <a:pt x="454" y="0"/>
                    <a:pt x="385" y="31"/>
                    <a:pt x="358" y="104"/>
                  </a:cubicBezTo>
                  <a:lnTo>
                    <a:pt x="49" y="866"/>
                  </a:lnTo>
                  <a:cubicBezTo>
                    <a:pt x="1" y="961"/>
                    <a:pt x="84" y="1080"/>
                    <a:pt x="203" y="1080"/>
                  </a:cubicBezTo>
                  <a:cubicBezTo>
                    <a:pt x="263" y="1080"/>
                    <a:pt x="322" y="1057"/>
                    <a:pt x="346" y="985"/>
                  </a:cubicBezTo>
                  <a:lnTo>
                    <a:pt x="656" y="223"/>
                  </a:lnTo>
                  <a:cubicBezTo>
                    <a:pt x="691" y="152"/>
                    <a:pt x="644" y="45"/>
                    <a:pt x="572" y="9"/>
                  </a:cubicBezTo>
                  <a:cubicBezTo>
                    <a:pt x="556" y="3"/>
                    <a:pt x="537" y="0"/>
                    <a:pt x="51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a:extLst>
                <a:ext uri="{FF2B5EF4-FFF2-40B4-BE49-F238E27FC236}">
                  <a16:creationId xmlns:a16="http://schemas.microsoft.com/office/drawing/2014/main" id="{68ADBFD1-1421-B09E-3E02-6084BB627AFB}"/>
                </a:ext>
              </a:extLst>
            </p:cNvPr>
            <p:cNvSpPr/>
            <p:nvPr/>
          </p:nvSpPr>
          <p:spPr>
            <a:xfrm>
              <a:off x="2873822" y="3399815"/>
              <a:ext cx="29197" cy="28338"/>
            </a:xfrm>
            <a:custGeom>
              <a:avLst/>
              <a:gdLst/>
              <a:ahLst/>
              <a:cxnLst/>
              <a:rect l="l" t="t" r="r" b="b"/>
              <a:pathLst>
                <a:path w="918" h="891" extrusionOk="0">
                  <a:moveTo>
                    <a:pt x="744" y="1"/>
                  </a:moveTo>
                  <a:cubicBezTo>
                    <a:pt x="703" y="1"/>
                    <a:pt x="661" y="16"/>
                    <a:pt x="631" y="45"/>
                  </a:cubicBezTo>
                  <a:lnTo>
                    <a:pt x="60" y="629"/>
                  </a:lnTo>
                  <a:cubicBezTo>
                    <a:pt x="0" y="688"/>
                    <a:pt x="0" y="784"/>
                    <a:pt x="60" y="843"/>
                  </a:cubicBezTo>
                  <a:cubicBezTo>
                    <a:pt x="84" y="879"/>
                    <a:pt x="131" y="891"/>
                    <a:pt x="179" y="891"/>
                  </a:cubicBezTo>
                  <a:cubicBezTo>
                    <a:pt x="286" y="891"/>
                    <a:pt x="274" y="831"/>
                    <a:pt x="858" y="272"/>
                  </a:cubicBezTo>
                  <a:cubicBezTo>
                    <a:pt x="917" y="212"/>
                    <a:pt x="917" y="105"/>
                    <a:pt x="858" y="45"/>
                  </a:cubicBezTo>
                  <a:cubicBezTo>
                    <a:pt x="828" y="16"/>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a:extLst>
                <a:ext uri="{FF2B5EF4-FFF2-40B4-BE49-F238E27FC236}">
                  <a16:creationId xmlns:a16="http://schemas.microsoft.com/office/drawing/2014/main" id="{8C0D5FE3-411C-FF26-7622-8B94918171FD}"/>
                </a:ext>
              </a:extLst>
            </p:cNvPr>
            <p:cNvSpPr/>
            <p:nvPr/>
          </p:nvSpPr>
          <p:spPr>
            <a:xfrm>
              <a:off x="2894655" y="3442656"/>
              <a:ext cx="37116" cy="19592"/>
            </a:xfrm>
            <a:custGeom>
              <a:avLst/>
              <a:gdLst/>
              <a:ahLst/>
              <a:cxnLst/>
              <a:rect l="l" t="t" r="r" b="b"/>
              <a:pathLst>
                <a:path w="1167" h="616" extrusionOk="0">
                  <a:moveTo>
                    <a:pt x="973" y="1"/>
                  </a:moveTo>
                  <a:cubicBezTo>
                    <a:pt x="955" y="1"/>
                    <a:pt x="936" y="3"/>
                    <a:pt x="917" y="8"/>
                  </a:cubicBezTo>
                  <a:lnTo>
                    <a:pt x="155" y="318"/>
                  </a:lnTo>
                  <a:cubicBezTo>
                    <a:pt x="0" y="377"/>
                    <a:pt x="36" y="615"/>
                    <a:pt x="214" y="615"/>
                  </a:cubicBezTo>
                  <a:cubicBezTo>
                    <a:pt x="274" y="615"/>
                    <a:pt x="238" y="615"/>
                    <a:pt x="1036" y="294"/>
                  </a:cubicBezTo>
                  <a:cubicBezTo>
                    <a:pt x="1131" y="282"/>
                    <a:pt x="1167" y="175"/>
                    <a:pt x="1131" y="103"/>
                  </a:cubicBezTo>
                  <a:cubicBezTo>
                    <a:pt x="1103" y="37"/>
                    <a:pt x="1044" y="1"/>
                    <a:pt x="9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a:extLst>
                <a:ext uri="{FF2B5EF4-FFF2-40B4-BE49-F238E27FC236}">
                  <a16:creationId xmlns:a16="http://schemas.microsoft.com/office/drawing/2014/main" id="{AE48628C-C156-DDAD-767B-1FF974FC5585}"/>
                </a:ext>
              </a:extLst>
            </p:cNvPr>
            <p:cNvSpPr/>
            <p:nvPr/>
          </p:nvSpPr>
          <p:spPr>
            <a:xfrm>
              <a:off x="2904482" y="3493258"/>
              <a:ext cx="36385" cy="10273"/>
            </a:xfrm>
            <a:custGeom>
              <a:avLst/>
              <a:gdLst/>
              <a:ahLst/>
              <a:cxnLst/>
              <a:rect l="l" t="t" r="r" b="b"/>
              <a:pathLst>
                <a:path w="1144" h="323" extrusionOk="0">
                  <a:moveTo>
                    <a:pt x="155" y="1"/>
                  </a:moveTo>
                  <a:cubicBezTo>
                    <a:pt x="72" y="1"/>
                    <a:pt x="1" y="72"/>
                    <a:pt x="1" y="155"/>
                  </a:cubicBezTo>
                  <a:cubicBezTo>
                    <a:pt x="1" y="251"/>
                    <a:pt x="72" y="322"/>
                    <a:pt x="155" y="322"/>
                  </a:cubicBezTo>
                  <a:lnTo>
                    <a:pt x="977" y="322"/>
                  </a:lnTo>
                  <a:cubicBezTo>
                    <a:pt x="1072" y="322"/>
                    <a:pt x="1144" y="251"/>
                    <a:pt x="1144" y="155"/>
                  </a:cubicBezTo>
                  <a:cubicBezTo>
                    <a:pt x="1144" y="72"/>
                    <a:pt x="107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a:extLst>
                <a:ext uri="{FF2B5EF4-FFF2-40B4-BE49-F238E27FC236}">
                  <a16:creationId xmlns:a16="http://schemas.microsoft.com/office/drawing/2014/main" id="{55469800-E839-8454-A4B1-B4361666AC28}"/>
                </a:ext>
              </a:extLst>
            </p:cNvPr>
            <p:cNvSpPr/>
            <p:nvPr/>
          </p:nvSpPr>
          <p:spPr>
            <a:xfrm>
              <a:off x="2895386" y="3533364"/>
              <a:ext cx="35653" cy="20196"/>
            </a:xfrm>
            <a:custGeom>
              <a:avLst/>
              <a:gdLst/>
              <a:ahLst/>
              <a:cxnLst/>
              <a:rect l="l" t="t" r="r" b="b"/>
              <a:pathLst>
                <a:path w="1121" h="635" extrusionOk="0">
                  <a:moveTo>
                    <a:pt x="179" y="0"/>
                  </a:moveTo>
                  <a:cubicBezTo>
                    <a:pt x="118" y="0"/>
                    <a:pt x="54" y="38"/>
                    <a:pt x="37" y="109"/>
                  </a:cubicBezTo>
                  <a:cubicBezTo>
                    <a:pt x="1" y="180"/>
                    <a:pt x="37" y="288"/>
                    <a:pt x="120" y="311"/>
                  </a:cubicBezTo>
                  <a:lnTo>
                    <a:pt x="882" y="621"/>
                  </a:lnTo>
                  <a:cubicBezTo>
                    <a:pt x="901" y="630"/>
                    <a:pt x="922" y="635"/>
                    <a:pt x="943" y="635"/>
                  </a:cubicBezTo>
                  <a:cubicBezTo>
                    <a:pt x="1004" y="635"/>
                    <a:pt x="1067" y="599"/>
                    <a:pt x="1084" y="538"/>
                  </a:cubicBezTo>
                  <a:cubicBezTo>
                    <a:pt x="1120" y="442"/>
                    <a:pt x="1084" y="359"/>
                    <a:pt x="1001" y="323"/>
                  </a:cubicBezTo>
                  <a:lnTo>
                    <a:pt x="239" y="14"/>
                  </a:lnTo>
                  <a:cubicBezTo>
                    <a:pt x="221" y="5"/>
                    <a:pt x="200" y="0"/>
                    <a:pt x="1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a:extLst>
                <a:ext uri="{FF2B5EF4-FFF2-40B4-BE49-F238E27FC236}">
                  <a16:creationId xmlns:a16="http://schemas.microsoft.com/office/drawing/2014/main" id="{1F6B86C8-F156-60AC-C584-427DC5331F49}"/>
                </a:ext>
              </a:extLst>
            </p:cNvPr>
            <p:cNvSpPr/>
            <p:nvPr/>
          </p:nvSpPr>
          <p:spPr>
            <a:xfrm>
              <a:off x="2872677" y="3567586"/>
              <a:ext cx="30692" cy="28338"/>
            </a:xfrm>
            <a:custGeom>
              <a:avLst/>
              <a:gdLst/>
              <a:ahLst/>
              <a:cxnLst/>
              <a:rect l="l" t="t" r="r" b="b"/>
              <a:pathLst>
                <a:path w="965" h="891" extrusionOk="0">
                  <a:moveTo>
                    <a:pt x="173" y="0"/>
                  </a:moveTo>
                  <a:cubicBezTo>
                    <a:pt x="132" y="0"/>
                    <a:pt x="90" y="15"/>
                    <a:pt x="60" y="45"/>
                  </a:cubicBezTo>
                  <a:cubicBezTo>
                    <a:pt x="1" y="104"/>
                    <a:pt x="1" y="200"/>
                    <a:pt x="60" y="259"/>
                  </a:cubicBezTo>
                  <a:cubicBezTo>
                    <a:pt x="644" y="819"/>
                    <a:pt x="620" y="890"/>
                    <a:pt x="751" y="890"/>
                  </a:cubicBezTo>
                  <a:cubicBezTo>
                    <a:pt x="894" y="890"/>
                    <a:pt x="965" y="712"/>
                    <a:pt x="858" y="616"/>
                  </a:cubicBezTo>
                  <a:lnTo>
                    <a:pt x="286"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a:extLst>
                <a:ext uri="{FF2B5EF4-FFF2-40B4-BE49-F238E27FC236}">
                  <a16:creationId xmlns:a16="http://schemas.microsoft.com/office/drawing/2014/main" id="{6D415B8F-1C78-1F5A-5A30-6D9BEB1C1581}"/>
                </a:ext>
              </a:extLst>
            </p:cNvPr>
            <p:cNvSpPr/>
            <p:nvPr/>
          </p:nvSpPr>
          <p:spPr>
            <a:xfrm>
              <a:off x="2838233" y="3589818"/>
              <a:ext cx="21214" cy="34318"/>
            </a:xfrm>
            <a:custGeom>
              <a:avLst/>
              <a:gdLst/>
              <a:ahLst/>
              <a:cxnLst/>
              <a:rect l="l" t="t" r="r" b="b"/>
              <a:pathLst>
                <a:path w="667" h="1079" extrusionOk="0">
                  <a:moveTo>
                    <a:pt x="179" y="1"/>
                  </a:moveTo>
                  <a:cubicBezTo>
                    <a:pt x="159" y="1"/>
                    <a:pt x="139" y="4"/>
                    <a:pt x="119" y="13"/>
                  </a:cubicBezTo>
                  <a:cubicBezTo>
                    <a:pt x="48" y="37"/>
                    <a:pt x="0" y="132"/>
                    <a:pt x="24" y="215"/>
                  </a:cubicBezTo>
                  <a:lnTo>
                    <a:pt x="345" y="977"/>
                  </a:lnTo>
                  <a:cubicBezTo>
                    <a:pt x="365" y="1036"/>
                    <a:pt x="425" y="1079"/>
                    <a:pt x="499" y="1079"/>
                  </a:cubicBezTo>
                  <a:cubicBezTo>
                    <a:pt x="514" y="1079"/>
                    <a:pt x="531" y="1077"/>
                    <a:pt x="548" y="1072"/>
                  </a:cubicBezTo>
                  <a:cubicBezTo>
                    <a:pt x="643" y="1037"/>
                    <a:pt x="667" y="929"/>
                    <a:pt x="643" y="858"/>
                  </a:cubicBezTo>
                  <a:lnTo>
                    <a:pt x="322" y="96"/>
                  </a:lnTo>
                  <a:cubicBezTo>
                    <a:pt x="303" y="41"/>
                    <a:pt x="243" y="1"/>
                    <a:pt x="1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a:extLst>
                <a:ext uri="{FF2B5EF4-FFF2-40B4-BE49-F238E27FC236}">
                  <a16:creationId xmlns:a16="http://schemas.microsoft.com/office/drawing/2014/main" id="{AA67CFF3-B4BF-9EF0-E22F-4603D8A77D86}"/>
                </a:ext>
              </a:extLst>
            </p:cNvPr>
            <p:cNvSpPr/>
            <p:nvPr/>
          </p:nvSpPr>
          <p:spPr>
            <a:xfrm>
              <a:off x="2747334" y="3589754"/>
              <a:ext cx="21627" cy="34572"/>
            </a:xfrm>
            <a:custGeom>
              <a:avLst/>
              <a:gdLst/>
              <a:ahLst/>
              <a:cxnLst/>
              <a:rect l="l" t="t" r="r" b="b"/>
              <a:pathLst>
                <a:path w="680" h="1087" extrusionOk="0">
                  <a:moveTo>
                    <a:pt x="499" y="1"/>
                  </a:moveTo>
                  <a:cubicBezTo>
                    <a:pt x="438" y="1"/>
                    <a:pt x="375" y="36"/>
                    <a:pt x="358" y="98"/>
                  </a:cubicBezTo>
                  <a:lnTo>
                    <a:pt x="36" y="860"/>
                  </a:lnTo>
                  <a:cubicBezTo>
                    <a:pt x="1" y="967"/>
                    <a:pt x="72" y="1086"/>
                    <a:pt x="191" y="1086"/>
                  </a:cubicBezTo>
                  <a:cubicBezTo>
                    <a:pt x="251" y="1086"/>
                    <a:pt x="310" y="1051"/>
                    <a:pt x="334" y="979"/>
                  </a:cubicBezTo>
                  <a:lnTo>
                    <a:pt x="655" y="217"/>
                  </a:lnTo>
                  <a:cubicBezTo>
                    <a:pt x="679" y="134"/>
                    <a:pt x="632" y="39"/>
                    <a:pt x="560" y="15"/>
                  </a:cubicBezTo>
                  <a:cubicBezTo>
                    <a:pt x="542" y="5"/>
                    <a:pt x="520" y="1"/>
                    <a:pt x="49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a:extLst>
                <a:ext uri="{FF2B5EF4-FFF2-40B4-BE49-F238E27FC236}">
                  <a16:creationId xmlns:a16="http://schemas.microsoft.com/office/drawing/2014/main" id="{3B98EF93-9A3E-031B-5597-6923591C8D2E}"/>
                </a:ext>
              </a:extLst>
            </p:cNvPr>
            <p:cNvSpPr/>
            <p:nvPr/>
          </p:nvSpPr>
          <p:spPr>
            <a:xfrm>
              <a:off x="2705319" y="3566441"/>
              <a:ext cx="29547" cy="28625"/>
            </a:xfrm>
            <a:custGeom>
              <a:avLst/>
              <a:gdLst/>
              <a:ahLst/>
              <a:cxnLst/>
              <a:rect l="l" t="t" r="r" b="b"/>
              <a:pathLst>
                <a:path w="929" h="900" extrusionOk="0">
                  <a:moveTo>
                    <a:pt x="744" y="1"/>
                  </a:moveTo>
                  <a:cubicBezTo>
                    <a:pt x="702" y="1"/>
                    <a:pt x="661" y="15"/>
                    <a:pt x="631" y="45"/>
                  </a:cubicBezTo>
                  <a:lnTo>
                    <a:pt x="60" y="629"/>
                  </a:lnTo>
                  <a:cubicBezTo>
                    <a:pt x="0" y="688"/>
                    <a:pt x="0" y="795"/>
                    <a:pt x="60" y="855"/>
                  </a:cubicBezTo>
                  <a:cubicBezTo>
                    <a:pt x="89" y="885"/>
                    <a:pt x="128" y="899"/>
                    <a:pt x="167" y="899"/>
                  </a:cubicBezTo>
                  <a:cubicBezTo>
                    <a:pt x="205" y="899"/>
                    <a:pt x="244" y="885"/>
                    <a:pt x="274" y="855"/>
                  </a:cubicBezTo>
                  <a:lnTo>
                    <a:pt x="857" y="271"/>
                  </a:lnTo>
                  <a:cubicBezTo>
                    <a:pt x="929" y="212"/>
                    <a:pt x="929" y="105"/>
                    <a:pt x="857" y="45"/>
                  </a:cubicBezTo>
                  <a:cubicBezTo>
                    <a:pt x="827" y="15"/>
                    <a:pt x="786" y="1"/>
                    <a:pt x="7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a:extLst>
                <a:ext uri="{FF2B5EF4-FFF2-40B4-BE49-F238E27FC236}">
                  <a16:creationId xmlns:a16="http://schemas.microsoft.com/office/drawing/2014/main" id="{01D5455F-DCAE-45BB-FADF-E1B5CBAF93FC}"/>
                </a:ext>
              </a:extLst>
            </p:cNvPr>
            <p:cNvSpPr/>
            <p:nvPr/>
          </p:nvSpPr>
          <p:spPr>
            <a:xfrm>
              <a:off x="2676918" y="3532060"/>
              <a:ext cx="35240" cy="20133"/>
            </a:xfrm>
            <a:custGeom>
              <a:avLst/>
              <a:gdLst/>
              <a:ahLst/>
              <a:cxnLst/>
              <a:rect l="l" t="t" r="r" b="b"/>
              <a:pathLst>
                <a:path w="1108" h="633" extrusionOk="0">
                  <a:moveTo>
                    <a:pt x="918" y="1"/>
                  </a:moveTo>
                  <a:cubicBezTo>
                    <a:pt x="903" y="1"/>
                    <a:pt x="886" y="3"/>
                    <a:pt x="869" y="7"/>
                  </a:cubicBezTo>
                  <a:lnTo>
                    <a:pt x="119" y="329"/>
                  </a:lnTo>
                  <a:cubicBezTo>
                    <a:pt x="36" y="352"/>
                    <a:pt x="0" y="448"/>
                    <a:pt x="24" y="531"/>
                  </a:cubicBezTo>
                  <a:cubicBezTo>
                    <a:pt x="53" y="590"/>
                    <a:pt x="115" y="632"/>
                    <a:pt x="182" y="632"/>
                  </a:cubicBezTo>
                  <a:cubicBezTo>
                    <a:pt x="197" y="632"/>
                    <a:pt x="211" y="630"/>
                    <a:pt x="226" y="626"/>
                  </a:cubicBezTo>
                  <a:lnTo>
                    <a:pt x="988" y="305"/>
                  </a:lnTo>
                  <a:cubicBezTo>
                    <a:pt x="1060" y="281"/>
                    <a:pt x="1107" y="174"/>
                    <a:pt x="1084" y="102"/>
                  </a:cubicBezTo>
                  <a:cubicBezTo>
                    <a:pt x="1054" y="44"/>
                    <a:pt x="992" y="1"/>
                    <a:pt x="9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a:extLst>
                <a:ext uri="{FF2B5EF4-FFF2-40B4-BE49-F238E27FC236}">
                  <a16:creationId xmlns:a16="http://schemas.microsoft.com/office/drawing/2014/main" id="{918A6E75-2BF9-6F14-6ED7-88AB8C3C24E2}"/>
                </a:ext>
              </a:extLst>
            </p:cNvPr>
            <p:cNvSpPr/>
            <p:nvPr/>
          </p:nvSpPr>
          <p:spPr>
            <a:xfrm>
              <a:off x="2667821" y="3491763"/>
              <a:ext cx="36385" cy="10241"/>
            </a:xfrm>
            <a:custGeom>
              <a:avLst/>
              <a:gdLst/>
              <a:ahLst/>
              <a:cxnLst/>
              <a:rect l="l" t="t" r="r" b="b"/>
              <a:pathLst>
                <a:path w="1144" h="322" extrusionOk="0">
                  <a:moveTo>
                    <a:pt x="155" y="0"/>
                  </a:moveTo>
                  <a:cubicBezTo>
                    <a:pt x="72" y="0"/>
                    <a:pt x="0" y="72"/>
                    <a:pt x="0" y="167"/>
                  </a:cubicBezTo>
                  <a:cubicBezTo>
                    <a:pt x="0" y="250"/>
                    <a:pt x="72" y="322"/>
                    <a:pt x="155" y="322"/>
                  </a:cubicBezTo>
                  <a:lnTo>
                    <a:pt x="977" y="322"/>
                  </a:lnTo>
                  <a:cubicBezTo>
                    <a:pt x="1072" y="322"/>
                    <a:pt x="1143" y="250"/>
                    <a:pt x="1143" y="167"/>
                  </a:cubicBezTo>
                  <a:cubicBezTo>
                    <a:pt x="1131" y="72"/>
                    <a:pt x="1048" y="0"/>
                    <a:pt x="9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a:extLst>
                <a:ext uri="{FF2B5EF4-FFF2-40B4-BE49-F238E27FC236}">
                  <a16:creationId xmlns:a16="http://schemas.microsoft.com/office/drawing/2014/main" id="{8AFA799E-0D63-0243-9FAE-6F5B94995B78}"/>
                </a:ext>
              </a:extLst>
            </p:cNvPr>
            <p:cNvSpPr/>
            <p:nvPr/>
          </p:nvSpPr>
          <p:spPr>
            <a:xfrm>
              <a:off x="2677267" y="3441702"/>
              <a:ext cx="35653" cy="20069"/>
            </a:xfrm>
            <a:custGeom>
              <a:avLst/>
              <a:gdLst/>
              <a:ahLst/>
              <a:cxnLst/>
              <a:rect l="l" t="t" r="r" b="b"/>
              <a:pathLst>
                <a:path w="1121" h="631" extrusionOk="0">
                  <a:moveTo>
                    <a:pt x="173" y="1"/>
                  </a:moveTo>
                  <a:cubicBezTo>
                    <a:pt x="110" y="1"/>
                    <a:pt x="51" y="36"/>
                    <a:pt x="25" y="98"/>
                  </a:cubicBezTo>
                  <a:cubicBezTo>
                    <a:pt x="1" y="193"/>
                    <a:pt x="25" y="276"/>
                    <a:pt x="120" y="312"/>
                  </a:cubicBezTo>
                  <a:lnTo>
                    <a:pt x="882" y="622"/>
                  </a:lnTo>
                  <a:cubicBezTo>
                    <a:pt x="899" y="627"/>
                    <a:pt x="918" y="630"/>
                    <a:pt x="937" y="630"/>
                  </a:cubicBezTo>
                  <a:cubicBezTo>
                    <a:pt x="999" y="630"/>
                    <a:pt x="1066" y="599"/>
                    <a:pt x="1084" y="526"/>
                  </a:cubicBezTo>
                  <a:cubicBezTo>
                    <a:pt x="1120" y="443"/>
                    <a:pt x="1084" y="348"/>
                    <a:pt x="1001" y="324"/>
                  </a:cubicBezTo>
                  <a:lnTo>
                    <a:pt x="239" y="14"/>
                  </a:lnTo>
                  <a:cubicBezTo>
                    <a:pt x="217" y="5"/>
                    <a:pt x="195" y="1"/>
                    <a:pt x="1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a:extLst>
                <a:ext uri="{FF2B5EF4-FFF2-40B4-BE49-F238E27FC236}">
                  <a16:creationId xmlns:a16="http://schemas.microsoft.com/office/drawing/2014/main" id="{A6B1B7B8-B52D-69DA-7EFA-9C7495AA1C30}"/>
                </a:ext>
              </a:extLst>
            </p:cNvPr>
            <p:cNvSpPr/>
            <p:nvPr/>
          </p:nvSpPr>
          <p:spPr>
            <a:xfrm>
              <a:off x="2706051" y="3399084"/>
              <a:ext cx="30724" cy="28338"/>
            </a:xfrm>
            <a:custGeom>
              <a:avLst/>
              <a:gdLst/>
              <a:ahLst/>
              <a:cxnLst/>
              <a:rect l="l" t="t" r="r" b="b"/>
              <a:pathLst>
                <a:path w="966" h="891" extrusionOk="0">
                  <a:moveTo>
                    <a:pt x="173" y="0"/>
                  </a:moveTo>
                  <a:cubicBezTo>
                    <a:pt x="132" y="0"/>
                    <a:pt x="90" y="15"/>
                    <a:pt x="60" y="45"/>
                  </a:cubicBezTo>
                  <a:cubicBezTo>
                    <a:pt x="1" y="104"/>
                    <a:pt x="1" y="199"/>
                    <a:pt x="60" y="259"/>
                  </a:cubicBezTo>
                  <a:cubicBezTo>
                    <a:pt x="644" y="819"/>
                    <a:pt x="632" y="890"/>
                    <a:pt x="751" y="890"/>
                  </a:cubicBezTo>
                  <a:cubicBezTo>
                    <a:pt x="894" y="890"/>
                    <a:pt x="965" y="723"/>
                    <a:pt x="870" y="616"/>
                  </a:cubicBezTo>
                  <a:lnTo>
                    <a:pt x="287" y="45"/>
                  </a:lnTo>
                  <a:cubicBezTo>
                    <a:pt x="257" y="15"/>
                    <a:pt x="215" y="0"/>
                    <a:pt x="1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a:extLst>
                <a:ext uri="{FF2B5EF4-FFF2-40B4-BE49-F238E27FC236}">
                  <a16:creationId xmlns:a16="http://schemas.microsoft.com/office/drawing/2014/main" id="{22D3FB45-779D-06E3-68D5-840E79F48E72}"/>
                </a:ext>
              </a:extLst>
            </p:cNvPr>
            <p:cNvSpPr/>
            <p:nvPr/>
          </p:nvSpPr>
          <p:spPr>
            <a:xfrm>
              <a:off x="2748861" y="3370713"/>
              <a:ext cx="21596" cy="34190"/>
            </a:xfrm>
            <a:custGeom>
              <a:avLst/>
              <a:gdLst/>
              <a:ahLst/>
              <a:cxnLst/>
              <a:rect l="l" t="t" r="r" b="b"/>
              <a:pathLst>
                <a:path w="679" h="1075" extrusionOk="0">
                  <a:moveTo>
                    <a:pt x="170" y="1"/>
                  </a:moveTo>
                  <a:cubicBezTo>
                    <a:pt x="153" y="1"/>
                    <a:pt x="136" y="3"/>
                    <a:pt x="119" y="8"/>
                  </a:cubicBezTo>
                  <a:cubicBezTo>
                    <a:pt x="36" y="44"/>
                    <a:pt x="0" y="127"/>
                    <a:pt x="24" y="210"/>
                  </a:cubicBezTo>
                  <a:lnTo>
                    <a:pt x="334" y="972"/>
                  </a:lnTo>
                  <a:cubicBezTo>
                    <a:pt x="362" y="1039"/>
                    <a:pt x="421" y="1075"/>
                    <a:pt x="491" y="1075"/>
                  </a:cubicBezTo>
                  <a:cubicBezTo>
                    <a:pt x="510" y="1075"/>
                    <a:pt x="528" y="1073"/>
                    <a:pt x="548" y="1068"/>
                  </a:cubicBezTo>
                  <a:cubicBezTo>
                    <a:pt x="631" y="1020"/>
                    <a:pt x="679" y="937"/>
                    <a:pt x="631" y="841"/>
                  </a:cubicBezTo>
                  <a:lnTo>
                    <a:pt x="322" y="103"/>
                  </a:lnTo>
                  <a:cubicBezTo>
                    <a:pt x="293" y="37"/>
                    <a:pt x="235" y="1"/>
                    <a:pt x="1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a:extLst>
                <a:ext uri="{FF2B5EF4-FFF2-40B4-BE49-F238E27FC236}">
                  <a16:creationId xmlns:a16="http://schemas.microsoft.com/office/drawing/2014/main" id="{06A51347-BB0F-A4D6-2519-7D75A0E0C108}"/>
                </a:ext>
              </a:extLst>
            </p:cNvPr>
            <p:cNvSpPr/>
            <p:nvPr/>
          </p:nvSpPr>
          <p:spPr>
            <a:xfrm>
              <a:off x="2749242" y="3533364"/>
              <a:ext cx="111731" cy="115198"/>
            </a:xfrm>
            <a:custGeom>
              <a:avLst/>
              <a:gdLst/>
              <a:ahLst/>
              <a:cxnLst/>
              <a:rect l="l" t="t" r="r" b="b"/>
              <a:pathLst>
                <a:path w="3513" h="3622" extrusionOk="0">
                  <a:moveTo>
                    <a:pt x="3224" y="0"/>
                  </a:moveTo>
                  <a:cubicBezTo>
                    <a:pt x="3217" y="0"/>
                    <a:pt x="3210" y="1"/>
                    <a:pt x="3203" y="2"/>
                  </a:cubicBezTo>
                  <a:cubicBezTo>
                    <a:pt x="3108" y="14"/>
                    <a:pt x="3048" y="85"/>
                    <a:pt x="3060" y="180"/>
                  </a:cubicBezTo>
                  <a:lnTo>
                    <a:pt x="3155" y="740"/>
                  </a:lnTo>
                  <a:lnTo>
                    <a:pt x="3155" y="776"/>
                  </a:lnTo>
                  <a:cubicBezTo>
                    <a:pt x="3155" y="842"/>
                    <a:pt x="3087" y="909"/>
                    <a:pt x="3017" y="909"/>
                  </a:cubicBezTo>
                  <a:cubicBezTo>
                    <a:pt x="2999" y="909"/>
                    <a:pt x="2982" y="904"/>
                    <a:pt x="2965" y="895"/>
                  </a:cubicBezTo>
                  <a:cubicBezTo>
                    <a:pt x="2965" y="895"/>
                    <a:pt x="1929" y="359"/>
                    <a:pt x="1917" y="347"/>
                  </a:cubicBezTo>
                  <a:cubicBezTo>
                    <a:pt x="1858" y="320"/>
                    <a:pt x="1794" y="308"/>
                    <a:pt x="1731" y="308"/>
                  </a:cubicBezTo>
                  <a:cubicBezTo>
                    <a:pt x="1654" y="308"/>
                    <a:pt x="1578" y="326"/>
                    <a:pt x="1512" y="359"/>
                  </a:cubicBezTo>
                  <a:cubicBezTo>
                    <a:pt x="1453" y="383"/>
                    <a:pt x="548" y="859"/>
                    <a:pt x="500" y="895"/>
                  </a:cubicBezTo>
                  <a:cubicBezTo>
                    <a:pt x="480" y="906"/>
                    <a:pt x="459" y="911"/>
                    <a:pt x="438" y="911"/>
                  </a:cubicBezTo>
                  <a:cubicBezTo>
                    <a:pt x="372" y="911"/>
                    <a:pt x="310" y="857"/>
                    <a:pt x="310" y="776"/>
                  </a:cubicBezTo>
                  <a:cubicBezTo>
                    <a:pt x="310" y="764"/>
                    <a:pt x="310" y="740"/>
                    <a:pt x="345" y="585"/>
                  </a:cubicBezTo>
                  <a:cubicBezTo>
                    <a:pt x="357" y="490"/>
                    <a:pt x="298" y="418"/>
                    <a:pt x="203" y="407"/>
                  </a:cubicBezTo>
                  <a:cubicBezTo>
                    <a:pt x="190" y="403"/>
                    <a:pt x="178" y="401"/>
                    <a:pt x="166" y="401"/>
                  </a:cubicBezTo>
                  <a:cubicBezTo>
                    <a:pt x="99" y="401"/>
                    <a:pt x="44" y="457"/>
                    <a:pt x="24" y="538"/>
                  </a:cubicBezTo>
                  <a:cubicBezTo>
                    <a:pt x="0" y="680"/>
                    <a:pt x="0" y="716"/>
                    <a:pt x="0" y="776"/>
                  </a:cubicBezTo>
                  <a:cubicBezTo>
                    <a:pt x="0" y="1030"/>
                    <a:pt x="223" y="1224"/>
                    <a:pt x="464" y="1224"/>
                  </a:cubicBezTo>
                  <a:cubicBezTo>
                    <a:pt x="527" y="1224"/>
                    <a:pt x="592" y="1210"/>
                    <a:pt x="655" y="1180"/>
                  </a:cubicBezTo>
                  <a:lnTo>
                    <a:pt x="1238" y="883"/>
                  </a:lnTo>
                  <a:lnTo>
                    <a:pt x="1238" y="1454"/>
                  </a:lnTo>
                  <a:cubicBezTo>
                    <a:pt x="1238" y="1550"/>
                    <a:pt x="1310" y="1621"/>
                    <a:pt x="1393" y="1621"/>
                  </a:cubicBezTo>
                  <a:cubicBezTo>
                    <a:pt x="1488" y="1621"/>
                    <a:pt x="1560" y="1550"/>
                    <a:pt x="1560" y="1454"/>
                  </a:cubicBezTo>
                  <a:lnTo>
                    <a:pt x="1560" y="716"/>
                  </a:lnTo>
                  <a:cubicBezTo>
                    <a:pt x="1631" y="689"/>
                    <a:pt x="1683" y="636"/>
                    <a:pt x="1744" y="636"/>
                  </a:cubicBezTo>
                  <a:cubicBezTo>
                    <a:pt x="1764" y="636"/>
                    <a:pt x="1786" y="642"/>
                    <a:pt x="1810" y="657"/>
                  </a:cubicBezTo>
                  <a:lnTo>
                    <a:pt x="1929" y="716"/>
                  </a:lnTo>
                  <a:lnTo>
                    <a:pt x="1929" y="3455"/>
                  </a:lnTo>
                  <a:cubicBezTo>
                    <a:pt x="1929" y="3538"/>
                    <a:pt x="2012" y="3621"/>
                    <a:pt x="2096" y="3621"/>
                  </a:cubicBezTo>
                  <a:cubicBezTo>
                    <a:pt x="2191" y="3621"/>
                    <a:pt x="2262" y="3538"/>
                    <a:pt x="2262" y="3455"/>
                  </a:cubicBezTo>
                  <a:lnTo>
                    <a:pt x="2262" y="883"/>
                  </a:lnTo>
                  <a:cubicBezTo>
                    <a:pt x="2798" y="1145"/>
                    <a:pt x="2870" y="1240"/>
                    <a:pt x="3048" y="1240"/>
                  </a:cubicBezTo>
                  <a:cubicBezTo>
                    <a:pt x="3298" y="1216"/>
                    <a:pt x="3512" y="966"/>
                    <a:pt x="3465" y="704"/>
                  </a:cubicBezTo>
                  <a:lnTo>
                    <a:pt x="3382" y="133"/>
                  </a:lnTo>
                  <a:cubicBezTo>
                    <a:pt x="3360" y="57"/>
                    <a:pt x="3298" y="0"/>
                    <a:pt x="32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a:extLst>
                <a:ext uri="{FF2B5EF4-FFF2-40B4-BE49-F238E27FC236}">
                  <a16:creationId xmlns:a16="http://schemas.microsoft.com/office/drawing/2014/main" id="{47FBD1AB-7B64-8B22-23ED-DA774DFFC9EC}"/>
                </a:ext>
              </a:extLst>
            </p:cNvPr>
            <p:cNvSpPr/>
            <p:nvPr/>
          </p:nvSpPr>
          <p:spPr>
            <a:xfrm>
              <a:off x="2795010" y="3417371"/>
              <a:ext cx="94365" cy="106960"/>
            </a:xfrm>
            <a:custGeom>
              <a:avLst/>
              <a:gdLst/>
              <a:ahLst/>
              <a:cxnLst/>
              <a:rect l="l" t="t" r="r" b="b"/>
              <a:pathLst>
                <a:path w="2967" h="3363" extrusionOk="0">
                  <a:moveTo>
                    <a:pt x="275" y="1"/>
                  </a:moveTo>
                  <a:cubicBezTo>
                    <a:pt x="121" y="1"/>
                    <a:pt x="0" y="85"/>
                    <a:pt x="49" y="220"/>
                  </a:cubicBezTo>
                  <a:cubicBezTo>
                    <a:pt x="68" y="296"/>
                    <a:pt x="133" y="334"/>
                    <a:pt x="195" y="334"/>
                  </a:cubicBezTo>
                  <a:cubicBezTo>
                    <a:pt x="210" y="334"/>
                    <a:pt x="226" y="332"/>
                    <a:pt x="240" y="327"/>
                  </a:cubicBezTo>
                  <a:cubicBezTo>
                    <a:pt x="253" y="324"/>
                    <a:pt x="266" y="323"/>
                    <a:pt x="280" y="323"/>
                  </a:cubicBezTo>
                  <a:cubicBezTo>
                    <a:pt x="329" y="323"/>
                    <a:pt x="379" y="342"/>
                    <a:pt x="407" y="398"/>
                  </a:cubicBezTo>
                  <a:lnTo>
                    <a:pt x="907" y="1434"/>
                  </a:lnTo>
                  <a:cubicBezTo>
                    <a:pt x="966" y="1565"/>
                    <a:pt x="1097" y="1649"/>
                    <a:pt x="1252" y="1684"/>
                  </a:cubicBezTo>
                  <a:lnTo>
                    <a:pt x="2395" y="1851"/>
                  </a:lnTo>
                  <a:cubicBezTo>
                    <a:pt x="2502" y="1863"/>
                    <a:pt x="2550" y="1994"/>
                    <a:pt x="2466" y="2065"/>
                  </a:cubicBezTo>
                  <a:lnTo>
                    <a:pt x="1657" y="2875"/>
                  </a:lnTo>
                  <a:cubicBezTo>
                    <a:pt x="1562" y="2958"/>
                    <a:pt x="1514" y="3077"/>
                    <a:pt x="1514" y="3196"/>
                  </a:cubicBezTo>
                  <a:cubicBezTo>
                    <a:pt x="1514" y="3292"/>
                    <a:pt x="1597" y="3363"/>
                    <a:pt x="1681" y="3363"/>
                  </a:cubicBezTo>
                  <a:cubicBezTo>
                    <a:pt x="1776" y="3363"/>
                    <a:pt x="1847" y="3292"/>
                    <a:pt x="1847" y="3196"/>
                  </a:cubicBezTo>
                  <a:cubicBezTo>
                    <a:pt x="1847" y="3101"/>
                    <a:pt x="1883" y="3137"/>
                    <a:pt x="2705" y="2303"/>
                  </a:cubicBezTo>
                  <a:cubicBezTo>
                    <a:pt x="2966" y="2030"/>
                    <a:pt x="2812" y="1577"/>
                    <a:pt x="2443" y="1518"/>
                  </a:cubicBezTo>
                  <a:lnTo>
                    <a:pt x="1300" y="1351"/>
                  </a:lnTo>
                  <a:cubicBezTo>
                    <a:pt x="1252" y="1351"/>
                    <a:pt x="1216" y="1327"/>
                    <a:pt x="1192" y="1279"/>
                  </a:cubicBezTo>
                  <a:lnTo>
                    <a:pt x="680" y="255"/>
                  </a:lnTo>
                  <a:cubicBezTo>
                    <a:pt x="594" y="76"/>
                    <a:pt x="420" y="1"/>
                    <a:pt x="2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a:extLst>
                <a:ext uri="{FF2B5EF4-FFF2-40B4-BE49-F238E27FC236}">
                  <a16:creationId xmlns:a16="http://schemas.microsoft.com/office/drawing/2014/main" id="{6D4331C5-20A8-2BB6-07F9-9660941DD80C}"/>
                </a:ext>
              </a:extLst>
            </p:cNvPr>
            <p:cNvSpPr/>
            <p:nvPr/>
          </p:nvSpPr>
          <p:spPr>
            <a:xfrm>
              <a:off x="2719695" y="3433974"/>
              <a:ext cx="76141" cy="101744"/>
            </a:xfrm>
            <a:custGeom>
              <a:avLst/>
              <a:gdLst/>
              <a:ahLst/>
              <a:cxnLst/>
              <a:rect l="l" t="t" r="r" b="b"/>
              <a:pathLst>
                <a:path w="2394" h="3199" extrusionOk="0">
                  <a:moveTo>
                    <a:pt x="2232" y="0"/>
                  </a:moveTo>
                  <a:cubicBezTo>
                    <a:pt x="2173" y="0"/>
                    <a:pt x="2110" y="39"/>
                    <a:pt x="2084" y="91"/>
                  </a:cubicBezTo>
                  <a:lnTo>
                    <a:pt x="1763" y="757"/>
                  </a:lnTo>
                  <a:cubicBezTo>
                    <a:pt x="1751" y="805"/>
                    <a:pt x="1703" y="817"/>
                    <a:pt x="1655" y="829"/>
                  </a:cubicBezTo>
                  <a:lnTo>
                    <a:pt x="512" y="996"/>
                  </a:lnTo>
                  <a:cubicBezTo>
                    <a:pt x="131" y="1055"/>
                    <a:pt x="0" y="1508"/>
                    <a:pt x="250" y="1758"/>
                  </a:cubicBezTo>
                  <a:cubicBezTo>
                    <a:pt x="1108" y="2603"/>
                    <a:pt x="1132" y="2555"/>
                    <a:pt x="1120" y="2674"/>
                  </a:cubicBezTo>
                  <a:lnTo>
                    <a:pt x="1060" y="3020"/>
                  </a:lnTo>
                  <a:cubicBezTo>
                    <a:pt x="1048" y="3115"/>
                    <a:pt x="1120" y="3198"/>
                    <a:pt x="1203" y="3198"/>
                  </a:cubicBezTo>
                  <a:cubicBezTo>
                    <a:pt x="1286" y="3198"/>
                    <a:pt x="1358" y="3139"/>
                    <a:pt x="1358" y="3067"/>
                  </a:cubicBezTo>
                  <a:lnTo>
                    <a:pt x="1417" y="2722"/>
                  </a:lnTo>
                  <a:cubicBezTo>
                    <a:pt x="1441" y="2579"/>
                    <a:pt x="1382" y="2424"/>
                    <a:pt x="1286" y="2317"/>
                  </a:cubicBezTo>
                  <a:lnTo>
                    <a:pt x="465" y="1519"/>
                  </a:lnTo>
                  <a:cubicBezTo>
                    <a:pt x="393" y="1448"/>
                    <a:pt x="429" y="1305"/>
                    <a:pt x="536" y="1293"/>
                  </a:cubicBezTo>
                  <a:lnTo>
                    <a:pt x="1679" y="1127"/>
                  </a:lnTo>
                  <a:cubicBezTo>
                    <a:pt x="1834" y="1115"/>
                    <a:pt x="1953" y="1007"/>
                    <a:pt x="2025" y="876"/>
                  </a:cubicBezTo>
                  <a:lnTo>
                    <a:pt x="2358" y="210"/>
                  </a:lnTo>
                  <a:cubicBezTo>
                    <a:pt x="2394" y="150"/>
                    <a:pt x="2370" y="55"/>
                    <a:pt x="2298" y="19"/>
                  </a:cubicBezTo>
                  <a:cubicBezTo>
                    <a:pt x="2278" y="6"/>
                    <a:pt x="2256" y="0"/>
                    <a:pt x="22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a:extLst>
                <a:ext uri="{FF2B5EF4-FFF2-40B4-BE49-F238E27FC236}">
                  <a16:creationId xmlns:a16="http://schemas.microsoft.com/office/drawing/2014/main" id="{698900EE-4647-29C4-1F49-3C0AD66162ED}"/>
                </a:ext>
              </a:extLst>
            </p:cNvPr>
            <p:cNvSpPr/>
            <p:nvPr/>
          </p:nvSpPr>
          <p:spPr>
            <a:xfrm>
              <a:off x="2787472" y="3594366"/>
              <a:ext cx="32600" cy="104543"/>
            </a:xfrm>
            <a:custGeom>
              <a:avLst/>
              <a:gdLst/>
              <a:ahLst/>
              <a:cxnLst/>
              <a:rect l="l" t="t" r="r" b="b"/>
              <a:pathLst>
                <a:path w="1025" h="3287" extrusionOk="0">
                  <a:moveTo>
                    <a:pt x="167" y="1"/>
                  </a:moveTo>
                  <a:cubicBezTo>
                    <a:pt x="72" y="1"/>
                    <a:pt x="1" y="72"/>
                    <a:pt x="1" y="167"/>
                  </a:cubicBezTo>
                  <a:lnTo>
                    <a:pt x="1" y="2787"/>
                  </a:lnTo>
                  <a:cubicBezTo>
                    <a:pt x="1" y="3072"/>
                    <a:pt x="227" y="3287"/>
                    <a:pt x="513" y="3287"/>
                  </a:cubicBezTo>
                  <a:cubicBezTo>
                    <a:pt x="786" y="3287"/>
                    <a:pt x="1013" y="3072"/>
                    <a:pt x="1013" y="2787"/>
                  </a:cubicBezTo>
                  <a:lnTo>
                    <a:pt x="1013" y="2156"/>
                  </a:lnTo>
                  <a:cubicBezTo>
                    <a:pt x="1025" y="2072"/>
                    <a:pt x="953" y="2001"/>
                    <a:pt x="882" y="2001"/>
                  </a:cubicBezTo>
                  <a:cubicBezTo>
                    <a:pt x="786" y="2001"/>
                    <a:pt x="715" y="2072"/>
                    <a:pt x="715" y="2156"/>
                  </a:cubicBezTo>
                  <a:lnTo>
                    <a:pt x="715" y="2787"/>
                  </a:lnTo>
                  <a:cubicBezTo>
                    <a:pt x="715" y="2894"/>
                    <a:pt x="620" y="2977"/>
                    <a:pt x="525" y="2977"/>
                  </a:cubicBezTo>
                  <a:cubicBezTo>
                    <a:pt x="417" y="2977"/>
                    <a:pt x="334" y="2894"/>
                    <a:pt x="334" y="2787"/>
                  </a:cubicBezTo>
                  <a:lnTo>
                    <a:pt x="334" y="167"/>
                  </a:lnTo>
                  <a:cubicBezTo>
                    <a:pt x="334" y="72"/>
                    <a:pt x="251" y="1"/>
                    <a:pt x="1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itle 3">
            <a:extLst>
              <a:ext uri="{FF2B5EF4-FFF2-40B4-BE49-F238E27FC236}">
                <a16:creationId xmlns:a16="http://schemas.microsoft.com/office/drawing/2014/main" id="{B034ADA3-CED2-24CD-68BA-26F35F500741}"/>
              </a:ext>
            </a:extLst>
          </p:cNvPr>
          <p:cNvSpPr>
            <a:spLocks noGrp="1"/>
          </p:cNvSpPr>
          <p:nvPr>
            <p:ph type="title"/>
          </p:nvPr>
        </p:nvSpPr>
        <p:spPr>
          <a:xfrm>
            <a:off x="948506" y="52620"/>
            <a:ext cx="7704000" cy="572700"/>
          </a:xfrm>
        </p:spPr>
        <p:txBody>
          <a:bodyPr/>
          <a:lstStyle/>
          <a:p>
            <a:pPr algn="ctr"/>
            <a:r>
              <a:rPr lang="en-US" dirty="0"/>
              <a:t>Limitations and future work </a:t>
            </a:r>
          </a:p>
        </p:txBody>
      </p:sp>
      <p:grpSp>
        <p:nvGrpSpPr>
          <p:cNvPr id="44" name="Google Shape;1981;p60">
            <a:extLst>
              <a:ext uri="{FF2B5EF4-FFF2-40B4-BE49-F238E27FC236}">
                <a16:creationId xmlns:a16="http://schemas.microsoft.com/office/drawing/2014/main" id="{7FBFB3D8-88CE-1C5A-D204-1BC0EB774F84}"/>
              </a:ext>
            </a:extLst>
          </p:cNvPr>
          <p:cNvGrpSpPr/>
          <p:nvPr/>
        </p:nvGrpSpPr>
        <p:grpSpPr>
          <a:xfrm>
            <a:off x="248571" y="369878"/>
            <a:ext cx="2314742" cy="3789803"/>
            <a:chOff x="7001524" y="647238"/>
            <a:chExt cx="1245002" cy="778000"/>
          </a:xfrm>
        </p:grpSpPr>
        <p:grpSp>
          <p:nvGrpSpPr>
            <p:cNvPr id="46" name="Google Shape;1985;p60">
              <a:extLst>
                <a:ext uri="{FF2B5EF4-FFF2-40B4-BE49-F238E27FC236}">
                  <a16:creationId xmlns:a16="http://schemas.microsoft.com/office/drawing/2014/main" id="{90672946-A34F-C308-6418-D04F6BE1F704}"/>
                </a:ext>
              </a:extLst>
            </p:cNvPr>
            <p:cNvGrpSpPr/>
            <p:nvPr/>
          </p:nvGrpSpPr>
          <p:grpSpPr>
            <a:xfrm>
              <a:off x="7001525" y="900538"/>
              <a:ext cx="1245000" cy="524700"/>
              <a:chOff x="7001525" y="900538"/>
              <a:chExt cx="1245000" cy="524700"/>
            </a:xfrm>
          </p:grpSpPr>
          <p:sp>
            <p:nvSpPr>
              <p:cNvPr id="53" name="Google Shape;1986;p60">
                <a:extLst>
                  <a:ext uri="{FF2B5EF4-FFF2-40B4-BE49-F238E27FC236}">
                    <a16:creationId xmlns:a16="http://schemas.microsoft.com/office/drawing/2014/main" id="{3DC571C2-E9B4-92D3-632B-0D6D6AE11706}"/>
                  </a:ext>
                </a:extLst>
              </p:cNvPr>
              <p:cNvSpPr/>
              <p:nvPr/>
            </p:nvSpPr>
            <p:spPr>
              <a:xfrm>
                <a:off x="7001525" y="900538"/>
                <a:ext cx="1053900" cy="524700"/>
              </a:xfrm>
              <a:prstGeom prst="diamond">
                <a:avLst/>
              </a:prstGeom>
              <a:solidFill>
                <a:srgbClr val="D99694"/>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Inter"/>
                  <a:ea typeface="Inter"/>
                  <a:cs typeface="Inter"/>
                  <a:sym typeface="Inter"/>
                </a:endParaRPr>
              </a:p>
            </p:txBody>
          </p:sp>
          <p:cxnSp>
            <p:nvCxnSpPr>
              <p:cNvPr id="54" name="Google Shape;1987;p60">
                <a:extLst>
                  <a:ext uri="{FF2B5EF4-FFF2-40B4-BE49-F238E27FC236}">
                    <a16:creationId xmlns:a16="http://schemas.microsoft.com/office/drawing/2014/main" id="{823143FC-7F9B-0957-3241-EEBEBEF5398F}"/>
                  </a:ext>
                </a:extLst>
              </p:cNvPr>
              <p:cNvCxnSpPr>
                <a:stCxn id="53" idx="1"/>
              </p:cNvCxnSpPr>
              <p:nvPr/>
            </p:nvCxnSpPr>
            <p:spPr>
              <a:xfrm rot="10800000" flipH="1">
                <a:off x="7001525" y="1159588"/>
                <a:ext cx="1245000" cy="3300"/>
              </a:xfrm>
              <a:prstGeom prst="straightConnector1">
                <a:avLst/>
              </a:prstGeom>
              <a:noFill/>
              <a:ln w="19050" cap="flat" cmpd="sng">
                <a:solidFill>
                  <a:srgbClr val="D99694"/>
                </a:solidFill>
                <a:prstDash val="solid"/>
                <a:round/>
                <a:headEnd type="none" w="med" len="med"/>
                <a:tailEnd type="oval" w="med" len="med"/>
              </a:ln>
            </p:spPr>
          </p:cxnSp>
        </p:grpSp>
        <p:grpSp>
          <p:nvGrpSpPr>
            <p:cNvPr id="47" name="Google Shape;1988;p60">
              <a:extLst>
                <a:ext uri="{FF2B5EF4-FFF2-40B4-BE49-F238E27FC236}">
                  <a16:creationId xmlns:a16="http://schemas.microsoft.com/office/drawing/2014/main" id="{FE3FA0B4-8799-604D-1954-4CFCE9775815}"/>
                </a:ext>
              </a:extLst>
            </p:cNvPr>
            <p:cNvGrpSpPr/>
            <p:nvPr/>
          </p:nvGrpSpPr>
          <p:grpSpPr>
            <a:xfrm>
              <a:off x="7001524" y="773888"/>
              <a:ext cx="1245002" cy="524700"/>
              <a:chOff x="7001524" y="773888"/>
              <a:chExt cx="1245002" cy="524700"/>
            </a:xfrm>
          </p:grpSpPr>
          <p:sp>
            <p:nvSpPr>
              <p:cNvPr id="51" name="Google Shape;1989;p60">
                <a:extLst>
                  <a:ext uri="{FF2B5EF4-FFF2-40B4-BE49-F238E27FC236}">
                    <a16:creationId xmlns:a16="http://schemas.microsoft.com/office/drawing/2014/main" id="{BD989915-6851-317C-DB3F-E7E1B45EBF5B}"/>
                  </a:ext>
                </a:extLst>
              </p:cNvPr>
              <p:cNvSpPr/>
              <p:nvPr/>
            </p:nvSpPr>
            <p:spPr>
              <a:xfrm>
                <a:off x="7001524" y="773888"/>
                <a:ext cx="1053900" cy="524700"/>
              </a:xfrm>
              <a:prstGeom prst="diamond">
                <a:avLst/>
              </a:prstGeom>
              <a:solidFill>
                <a:srgbClr val="953734"/>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latin typeface="Inter"/>
                  <a:ea typeface="Inter"/>
                  <a:cs typeface="Inter"/>
                  <a:sym typeface="Inter"/>
                </a:endParaRPr>
              </a:p>
            </p:txBody>
          </p:sp>
          <p:cxnSp>
            <p:nvCxnSpPr>
              <p:cNvPr id="52" name="Google Shape;1990;p60">
                <a:extLst>
                  <a:ext uri="{FF2B5EF4-FFF2-40B4-BE49-F238E27FC236}">
                    <a16:creationId xmlns:a16="http://schemas.microsoft.com/office/drawing/2014/main" id="{75FCD924-63F8-9213-BB0B-973D62DA28D4}"/>
                  </a:ext>
                </a:extLst>
              </p:cNvPr>
              <p:cNvCxnSpPr>
                <a:stCxn id="51" idx="1"/>
              </p:cNvCxnSpPr>
              <p:nvPr/>
            </p:nvCxnSpPr>
            <p:spPr>
              <a:xfrm rot="10800000" flipH="1">
                <a:off x="7001526" y="1031438"/>
                <a:ext cx="1245000" cy="4800"/>
              </a:xfrm>
              <a:prstGeom prst="straightConnector1">
                <a:avLst/>
              </a:prstGeom>
              <a:noFill/>
              <a:ln w="19050" cap="flat" cmpd="sng">
                <a:solidFill>
                  <a:srgbClr val="953734"/>
                </a:solidFill>
                <a:prstDash val="solid"/>
                <a:round/>
                <a:headEnd type="none" w="med" len="med"/>
                <a:tailEnd type="oval" w="med" len="med"/>
              </a:ln>
            </p:spPr>
          </p:cxnSp>
        </p:grpSp>
        <p:grpSp>
          <p:nvGrpSpPr>
            <p:cNvPr id="48" name="Google Shape;1991;p60">
              <a:extLst>
                <a:ext uri="{FF2B5EF4-FFF2-40B4-BE49-F238E27FC236}">
                  <a16:creationId xmlns:a16="http://schemas.microsoft.com/office/drawing/2014/main" id="{3715FD04-B969-44A5-C83F-AD2FF968322E}"/>
                </a:ext>
              </a:extLst>
            </p:cNvPr>
            <p:cNvGrpSpPr/>
            <p:nvPr/>
          </p:nvGrpSpPr>
          <p:grpSpPr>
            <a:xfrm>
              <a:off x="7001525" y="647238"/>
              <a:ext cx="1245000" cy="524700"/>
              <a:chOff x="7001525" y="647238"/>
              <a:chExt cx="1245000" cy="524700"/>
            </a:xfrm>
          </p:grpSpPr>
          <p:sp>
            <p:nvSpPr>
              <p:cNvPr id="49" name="Google Shape;1992;p60">
                <a:extLst>
                  <a:ext uri="{FF2B5EF4-FFF2-40B4-BE49-F238E27FC236}">
                    <a16:creationId xmlns:a16="http://schemas.microsoft.com/office/drawing/2014/main" id="{6351B6C5-1A34-6B50-F278-628C4BF37D41}"/>
                  </a:ext>
                </a:extLst>
              </p:cNvPr>
              <p:cNvSpPr/>
              <p:nvPr/>
            </p:nvSpPr>
            <p:spPr>
              <a:xfrm>
                <a:off x="7001525" y="647238"/>
                <a:ext cx="1053900" cy="524700"/>
              </a:xfrm>
              <a:prstGeom prst="diamond">
                <a:avLst/>
              </a:prstGeom>
              <a:solidFill>
                <a:srgbClr val="632423"/>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latin typeface="Inter"/>
                  <a:ea typeface="Inter"/>
                  <a:cs typeface="Inter"/>
                  <a:sym typeface="Inter"/>
                </a:endParaRPr>
              </a:p>
            </p:txBody>
          </p:sp>
          <p:cxnSp>
            <p:nvCxnSpPr>
              <p:cNvPr id="50" name="Google Shape;1993;p60">
                <a:extLst>
                  <a:ext uri="{FF2B5EF4-FFF2-40B4-BE49-F238E27FC236}">
                    <a16:creationId xmlns:a16="http://schemas.microsoft.com/office/drawing/2014/main" id="{90A71954-4DD2-11AA-B6A5-3074B030250C}"/>
                  </a:ext>
                </a:extLst>
              </p:cNvPr>
              <p:cNvCxnSpPr>
                <a:stCxn id="49" idx="1"/>
              </p:cNvCxnSpPr>
              <p:nvPr/>
            </p:nvCxnSpPr>
            <p:spPr>
              <a:xfrm>
                <a:off x="7001525" y="909588"/>
                <a:ext cx="1245000" cy="0"/>
              </a:xfrm>
              <a:prstGeom prst="straightConnector1">
                <a:avLst/>
              </a:prstGeom>
              <a:noFill/>
              <a:ln w="19050" cap="flat" cmpd="sng">
                <a:solidFill>
                  <a:srgbClr val="632423"/>
                </a:solidFill>
                <a:prstDash val="solid"/>
                <a:round/>
                <a:headEnd type="none" w="med" len="med"/>
                <a:tailEnd type="oval" w="med" len="med"/>
              </a:ln>
            </p:spPr>
          </p:cxnSp>
        </p:grpSp>
      </p:grpSp>
      <p:sp>
        <p:nvSpPr>
          <p:cNvPr id="58" name="Google Shape;2069;p60">
            <a:extLst>
              <a:ext uri="{FF2B5EF4-FFF2-40B4-BE49-F238E27FC236}">
                <a16:creationId xmlns:a16="http://schemas.microsoft.com/office/drawing/2014/main" id="{A54E5B1C-8A8D-827E-B995-604499372BB5}"/>
              </a:ext>
            </a:extLst>
          </p:cNvPr>
          <p:cNvSpPr/>
          <p:nvPr/>
        </p:nvSpPr>
        <p:spPr>
          <a:xfrm rot="5400000" flipH="1">
            <a:off x="3191995" y="-2444179"/>
            <a:ext cx="4566913" cy="10950903"/>
          </a:xfrm>
          <a:prstGeom prst="bentArrow">
            <a:avLst>
              <a:gd name="adj1" fmla="val 25000"/>
              <a:gd name="adj2" fmla="val 19775"/>
              <a:gd name="adj3" fmla="val 25000"/>
              <a:gd name="adj4" fmla="val 43750"/>
            </a:avLst>
          </a:prstGeom>
          <a:solidFill>
            <a:srgbClr val="E5B9B7"/>
          </a:solidFill>
          <a:ln>
            <a:noFill/>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Inter"/>
              <a:ea typeface="Inter"/>
              <a:cs typeface="Inter"/>
              <a:sym typeface="Inter"/>
            </a:endParaRPr>
          </a:p>
        </p:txBody>
      </p:sp>
      <p:sp>
        <p:nvSpPr>
          <p:cNvPr id="2" name="TextBox 1">
            <a:extLst>
              <a:ext uri="{FF2B5EF4-FFF2-40B4-BE49-F238E27FC236}">
                <a16:creationId xmlns:a16="http://schemas.microsoft.com/office/drawing/2014/main" id="{DF668258-AD8B-545D-B8C7-C56258A62EA6}"/>
              </a:ext>
            </a:extLst>
          </p:cNvPr>
          <p:cNvSpPr txBox="1"/>
          <p:nvPr/>
        </p:nvSpPr>
        <p:spPr>
          <a:xfrm>
            <a:off x="2651577" y="1511343"/>
            <a:ext cx="6654277" cy="2031325"/>
          </a:xfrm>
          <a:prstGeom prst="rect">
            <a:avLst/>
          </a:prstGeom>
          <a:noFill/>
        </p:spPr>
        <p:txBody>
          <a:bodyPr wrap="square" rtlCol="0">
            <a:spAutoFit/>
          </a:bodyPr>
          <a:lstStyle/>
          <a:p>
            <a:r>
              <a:rPr lang="en-US" b="1" dirty="0"/>
              <a:t>Dependency on Data Quality :</a:t>
            </a:r>
            <a:br>
              <a:rPr lang="en-US" dirty="0"/>
            </a:br>
            <a:r>
              <a:rPr lang="en-US" dirty="0"/>
              <a:t>Dashboard accuracy depends on clean, complete data; errors or missing values can mislead insights. </a:t>
            </a:r>
          </a:p>
          <a:p>
            <a:r>
              <a:rPr lang="en-US" b="1" dirty="0"/>
              <a:t>Limited Scope of Analysis :</a:t>
            </a:r>
            <a:br>
              <a:rPr lang="en-US" dirty="0"/>
            </a:br>
            <a:r>
              <a:rPr lang="en-US" dirty="0"/>
              <a:t>Focuses only on sales, profit, region, category, and shipping; ignores customer satisfaction, returns, marketing, and market conditions. </a:t>
            </a:r>
          </a:p>
          <a:p>
            <a:r>
              <a:rPr lang="en-US" b="1" dirty="0"/>
              <a:t>Tool and Licensing Constraints :</a:t>
            </a:r>
            <a:br>
              <a:rPr lang="en-US" dirty="0"/>
            </a:br>
            <a:r>
              <a:rPr lang="en-US" dirty="0"/>
              <a:t>Advanced features like sharing, real-time dashboards, and row-level security need a paid Power BI Pro/Premium license..</a:t>
            </a:r>
          </a:p>
        </p:txBody>
      </p:sp>
      <p:sp>
        <p:nvSpPr>
          <p:cNvPr id="3" name="TextBox 2">
            <a:extLst>
              <a:ext uri="{FF2B5EF4-FFF2-40B4-BE49-F238E27FC236}">
                <a16:creationId xmlns:a16="http://schemas.microsoft.com/office/drawing/2014/main" id="{70C5BDB0-8B33-E782-B255-79B40D215298}"/>
              </a:ext>
            </a:extLst>
          </p:cNvPr>
          <p:cNvSpPr txBox="1"/>
          <p:nvPr/>
        </p:nvSpPr>
        <p:spPr>
          <a:xfrm>
            <a:off x="1769102" y="4428765"/>
            <a:ext cx="6394397" cy="523220"/>
          </a:xfrm>
          <a:prstGeom prst="rect">
            <a:avLst/>
          </a:prstGeom>
          <a:noFill/>
        </p:spPr>
        <p:txBody>
          <a:bodyPr wrap="square" rtlCol="0">
            <a:spAutoFit/>
          </a:bodyPr>
          <a:lstStyle/>
          <a:p>
            <a:r>
              <a:rPr lang="en-US" b="1" dirty="0"/>
              <a:t>Future Work:</a:t>
            </a:r>
            <a:r>
              <a:rPr lang="en-US" dirty="0"/>
              <a:t> Add customer feedback, returns, marketing data, and real-time updates.</a:t>
            </a:r>
          </a:p>
        </p:txBody>
      </p:sp>
    </p:spTree>
    <p:extLst>
      <p:ext uri="{BB962C8B-B14F-4D97-AF65-F5344CB8AC3E}">
        <p14:creationId xmlns:p14="http://schemas.microsoft.com/office/powerpoint/2010/main" val="16017953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7"/>
          <p:cNvSpPr txBox="1">
            <a:spLocks noGrp="1"/>
          </p:cNvSpPr>
          <p:nvPr>
            <p:ph type="subTitle" idx="2"/>
          </p:nvPr>
        </p:nvSpPr>
        <p:spPr>
          <a:xfrm>
            <a:off x="591354" y="1295753"/>
            <a:ext cx="7550110" cy="3650820"/>
          </a:xfrm>
          <a:prstGeom prst="rect">
            <a:avLst/>
          </a:prstGeom>
        </p:spPr>
        <p:txBody>
          <a:bodyPr spcFirstLastPara="1" wrap="square" lIns="91425" tIns="91425" rIns="91425" bIns="91425" anchor="t" anchorCtr="0">
            <a:noAutofit/>
          </a:bodyPr>
          <a:lstStyle/>
          <a:p>
            <a:r>
              <a:rPr lang="en-US" sz="1600" dirty="0"/>
              <a:t>      </a:t>
            </a:r>
            <a:r>
              <a:rPr lang="en-US" sz="1400" dirty="0"/>
              <a:t>The E-Commerce Sales Performance Dashboard, developed using Microsoft Power BI, effectively transforms raw sales data into interactive and actionable insights. By integrating key performance indicators, visual trends, and filters for dynamic exploration, the dashboard empowers business stakeholders to monitor performance, identify growth opportunities, and make data-driven decisions.</a:t>
            </a:r>
          </a:p>
          <a:p>
            <a:r>
              <a:rPr lang="en-US" sz="1400" dirty="0"/>
              <a:t>  </a:t>
            </a:r>
          </a:p>
          <a:p>
            <a:r>
              <a:rPr lang="en-US" sz="1400" dirty="0"/>
              <a:t>       With its interactive and user-friendly interface, the dashboard supports strategic planning, marketing optimization, inventory control, and performance tracking. It bridges the gap between data and decision-making, enabling better business outcomes through clear, data- driven storytelling.</a:t>
            </a:r>
          </a:p>
          <a:p>
            <a:r>
              <a:rPr lang="en-US" sz="1400" dirty="0"/>
              <a:t> </a:t>
            </a:r>
          </a:p>
          <a:p>
            <a:r>
              <a:rPr lang="en-US" sz="1400" dirty="0"/>
              <a:t>       Regular updates and future enhancements, such as predictive sales forecasting and automated alerts, will further strengthen its value, making it an essential tool for ongoing business intelligence in the eCommerce domain.</a:t>
            </a:r>
          </a:p>
        </p:txBody>
      </p:sp>
      <p:sp>
        <p:nvSpPr>
          <p:cNvPr id="443" name="Google Shape;443;p37"/>
          <p:cNvSpPr txBox="1">
            <a:spLocks noGrp="1"/>
          </p:cNvSpPr>
          <p:nvPr>
            <p:ph type="title"/>
          </p:nvPr>
        </p:nvSpPr>
        <p:spPr>
          <a:xfrm>
            <a:off x="720000" y="522143"/>
            <a:ext cx="7704000" cy="572700"/>
          </a:xfrm>
          <a:prstGeom prst="rect">
            <a:avLst/>
          </a:prstGeom>
        </p:spPr>
        <p:txBody>
          <a:bodyPr spcFirstLastPara="1" wrap="square" lIns="91425" tIns="91425" rIns="91425" bIns="91425" anchor="t" anchorCtr="0">
            <a:noAutofit/>
          </a:bodyPr>
          <a:lstStyle/>
          <a:p>
            <a:pPr lvl="0" algn="ctr"/>
            <a:r>
              <a:rPr lang="en-US" dirty="0"/>
              <a:t>Conclusion</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grpSp>
        <p:nvGrpSpPr>
          <p:cNvPr id="469" name="Google Shape;469;p39"/>
          <p:cNvGrpSpPr/>
          <p:nvPr/>
        </p:nvGrpSpPr>
        <p:grpSpPr>
          <a:xfrm>
            <a:off x="5809347" y="-381669"/>
            <a:ext cx="3634583" cy="7386382"/>
            <a:chOff x="5809347" y="-381669"/>
            <a:chExt cx="3634583" cy="7386382"/>
          </a:xfrm>
        </p:grpSpPr>
        <p:pic>
          <p:nvPicPr>
            <p:cNvPr id="470" name="Google Shape;470;p39"/>
            <p:cNvPicPr preferRelativeResize="0"/>
            <p:nvPr/>
          </p:nvPicPr>
          <p:blipFill>
            <a:blip r:embed="rId3">
              <a:alphaModFix/>
            </a:blip>
            <a:stretch>
              <a:fillRect/>
            </a:stretch>
          </p:blipFill>
          <p:spPr>
            <a:xfrm>
              <a:off x="6163887" y="-381669"/>
              <a:ext cx="3196535" cy="2039400"/>
            </a:xfrm>
            <a:prstGeom prst="rect">
              <a:avLst/>
            </a:prstGeom>
            <a:noFill/>
            <a:ln>
              <a:noFill/>
            </a:ln>
          </p:spPr>
        </p:pic>
        <p:pic>
          <p:nvPicPr>
            <p:cNvPr id="471" name="Google Shape;471;p39"/>
            <p:cNvPicPr preferRelativeResize="0"/>
            <p:nvPr/>
          </p:nvPicPr>
          <p:blipFill>
            <a:blip r:embed="rId4">
              <a:alphaModFix/>
            </a:blip>
            <a:stretch>
              <a:fillRect/>
            </a:stretch>
          </p:blipFill>
          <p:spPr>
            <a:xfrm rot="5400000">
              <a:off x="5286456" y="3039800"/>
              <a:ext cx="4951375" cy="2978450"/>
            </a:xfrm>
            <a:prstGeom prst="rect">
              <a:avLst/>
            </a:prstGeom>
            <a:noFill/>
            <a:ln>
              <a:noFill/>
            </a:ln>
          </p:spPr>
        </p:pic>
        <p:pic>
          <p:nvPicPr>
            <p:cNvPr id="472" name="Google Shape;472;p39"/>
            <p:cNvPicPr preferRelativeResize="0"/>
            <p:nvPr/>
          </p:nvPicPr>
          <p:blipFill>
            <a:blip r:embed="rId5">
              <a:alphaModFix/>
            </a:blip>
            <a:stretch>
              <a:fillRect/>
            </a:stretch>
          </p:blipFill>
          <p:spPr>
            <a:xfrm rot="5400000">
              <a:off x="7424475" y="3846225"/>
              <a:ext cx="1739930" cy="2298979"/>
            </a:xfrm>
            <a:prstGeom prst="rect">
              <a:avLst/>
            </a:prstGeom>
            <a:noFill/>
            <a:ln>
              <a:noFill/>
            </a:ln>
          </p:spPr>
        </p:pic>
        <p:pic>
          <p:nvPicPr>
            <p:cNvPr id="473" name="Google Shape;473;p39"/>
            <p:cNvPicPr preferRelativeResize="0"/>
            <p:nvPr/>
          </p:nvPicPr>
          <p:blipFill>
            <a:blip r:embed="rId6">
              <a:alphaModFix/>
            </a:blip>
            <a:stretch>
              <a:fillRect/>
            </a:stretch>
          </p:blipFill>
          <p:spPr>
            <a:xfrm>
              <a:off x="5809347" y="2319234"/>
              <a:ext cx="2298975" cy="1382928"/>
            </a:xfrm>
            <a:prstGeom prst="rect">
              <a:avLst/>
            </a:prstGeom>
            <a:noFill/>
            <a:ln>
              <a:noFill/>
            </a:ln>
          </p:spPr>
        </p:pic>
      </p:grpSp>
      <p:grpSp>
        <p:nvGrpSpPr>
          <p:cNvPr id="474" name="Google Shape;474;p39"/>
          <p:cNvGrpSpPr/>
          <p:nvPr/>
        </p:nvGrpSpPr>
        <p:grpSpPr>
          <a:xfrm>
            <a:off x="4860215" y="-593783"/>
            <a:ext cx="3220339" cy="2128679"/>
            <a:chOff x="5923656" y="95182"/>
            <a:chExt cx="3220339" cy="2128679"/>
          </a:xfrm>
        </p:grpSpPr>
        <p:pic>
          <p:nvPicPr>
            <p:cNvPr id="475" name="Google Shape;475;p39"/>
            <p:cNvPicPr preferRelativeResize="0"/>
            <p:nvPr/>
          </p:nvPicPr>
          <p:blipFill rotWithShape="1">
            <a:blip r:embed="rId7">
              <a:alphaModFix/>
            </a:blip>
            <a:srcRect/>
            <a:stretch/>
          </p:blipFill>
          <p:spPr>
            <a:xfrm rot="10800000">
              <a:off x="5923656" y="95182"/>
              <a:ext cx="1276700" cy="1320225"/>
            </a:xfrm>
            <a:prstGeom prst="rect">
              <a:avLst/>
            </a:prstGeom>
            <a:noFill/>
            <a:ln>
              <a:noFill/>
            </a:ln>
          </p:spPr>
        </p:pic>
        <p:pic>
          <p:nvPicPr>
            <p:cNvPr id="476" name="Google Shape;476;p39"/>
            <p:cNvPicPr preferRelativeResize="0"/>
            <p:nvPr/>
          </p:nvPicPr>
          <p:blipFill rotWithShape="1">
            <a:blip r:embed="rId8">
              <a:alphaModFix/>
            </a:blip>
            <a:srcRect/>
            <a:stretch/>
          </p:blipFill>
          <p:spPr>
            <a:xfrm rot="29">
              <a:off x="6648095" y="401846"/>
              <a:ext cx="2495900" cy="1822003"/>
            </a:xfrm>
            <a:prstGeom prst="rect">
              <a:avLst/>
            </a:prstGeom>
            <a:noFill/>
            <a:ln>
              <a:noFill/>
            </a:ln>
          </p:spPr>
        </p:pic>
      </p:grpSp>
      <p:sp>
        <p:nvSpPr>
          <p:cNvPr id="477" name="Google Shape;477;p39"/>
          <p:cNvSpPr txBox="1">
            <a:spLocks noGrp="1"/>
          </p:cNvSpPr>
          <p:nvPr>
            <p:ph type="title"/>
          </p:nvPr>
        </p:nvSpPr>
        <p:spPr>
          <a:xfrm>
            <a:off x="3300766" y="1282352"/>
            <a:ext cx="6826478" cy="1365095"/>
          </a:xfrm>
          <a:prstGeom prst="rect">
            <a:avLst/>
          </a:prstGeom>
        </p:spPr>
        <p:txBody>
          <a:bodyPr spcFirstLastPara="1" wrap="square" lIns="91425" tIns="91425" rIns="91425" bIns="91425" anchor="b" anchorCtr="0">
            <a:noAutofit/>
          </a:bodyPr>
          <a:lstStyle/>
          <a:p>
            <a:pPr lvl="0"/>
            <a:r>
              <a:rPr lang="en" dirty="0"/>
              <a:t>Thank You</a:t>
            </a:r>
            <a:endParaRPr dirty="0"/>
          </a:p>
        </p:txBody>
      </p:sp>
      <p:grpSp>
        <p:nvGrpSpPr>
          <p:cNvPr id="12" name="Google Shape;389;p35">
            <a:extLst>
              <a:ext uri="{FF2B5EF4-FFF2-40B4-BE49-F238E27FC236}">
                <a16:creationId xmlns:a16="http://schemas.microsoft.com/office/drawing/2014/main" id="{7C0043C1-4E23-E709-EEB1-5F3993C598C7}"/>
              </a:ext>
            </a:extLst>
          </p:cNvPr>
          <p:cNvGrpSpPr/>
          <p:nvPr/>
        </p:nvGrpSpPr>
        <p:grpSpPr>
          <a:xfrm>
            <a:off x="-1415352" y="-507172"/>
            <a:ext cx="5869416" cy="7511885"/>
            <a:chOff x="-721196" y="-507172"/>
            <a:chExt cx="5869416" cy="7511885"/>
          </a:xfrm>
        </p:grpSpPr>
        <p:pic>
          <p:nvPicPr>
            <p:cNvPr id="13" name="Google Shape;390;p35">
              <a:extLst>
                <a:ext uri="{FF2B5EF4-FFF2-40B4-BE49-F238E27FC236}">
                  <a16:creationId xmlns:a16="http://schemas.microsoft.com/office/drawing/2014/main" id="{7850D64B-7914-2C63-A5BF-6E1523C67F7F}"/>
                </a:ext>
              </a:extLst>
            </p:cNvPr>
            <p:cNvPicPr preferRelativeResize="0"/>
            <p:nvPr/>
          </p:nvPicPr>
          <p:blipFill>
            <a:blip r:embed="rId5">
              <a:alphaModFix/>
            </a:blip>
            <a:stretch>
              <a:fillRect/>
            </a:stretch>
          </p:blipFill>
          <p:spPr>
            <a:xfrm rot="10800000">
              <a:off x="-719775" y="1438325"/>
              <a:ext cx="1739930" cy="2298979"/>
            </a:xfrm>
            <a:prstGeom prst="rect">
              <a:avLst/>
            </a:prstGeom>
            <a:noFill/>
            <a:ln>
              <a:noFill/>
            </a:ln>
          </p:spPr>
        </p:pic>
        <p:pic>
          <p:nvPicPr>
            <p:cNvPr id="14" name="Google Shape;391;p35">
              <a:extLst>
                <a:ext uri="{FF2B5EF4-FFF2-40B4-BE49-F238E27FC236}">
                  <a16:creationId xmlns:a16="http://schemas.microsoft.com/office/drawing/2014/main" id="{BF15F14A-FF83-CEE0-96B7-0E3BD9C3C2A8}"/>
                </a:ext>
              </a:extLst>
            </p:cNvPr>
            <p:cNvPicPr preferRelativeResize="0"/>
            <p:nvPr/>
          </p:nvPicPr>
          <p:blipFill>
            <a:blip r:embed="rId9">
              <a:alphaModFix/>
            </a:blip>
            <a:stretch>
              <a:fillRect/>
            </a:stretch>
          </p:blipFill>
          <p:spPr>
            <a:xfrm rot="10800000" flipH="1">
              <a:off x="-88100" y="4313204"/>
              <a:ext cx="2995801" cy="1802100"/>
            </a:xfrm>
            <a:prstGeom prst="rect">
              <a:avLst/>
            </a:prstGeom>
            <a:noFill/>
            <a:ln>
              <a:noFill/>
            </a:ln>
          </p:spPr>
        </p:pic>
        <p:pic>
          <p:nvPicPr>
            <p:cNvPr id="15" name="Google Shape;392;p35">
              <a:extLst>
                <a:ext uri="{FF2B5EF4-FFF2-40B4-BE49-F238E27FC236}">
                  <a16:creationId xmlns:a16="http://schemas.microsoft.com/office/drawing/2014/main" id="{7FBCE3E2-740B-CFF7-8EE4-7B7F4CF9B693}"/>
                </a:ext>
              </a:extLst>
            </p:cNvPr>
            <p:cNvPicPr preferRelativeResize="0"/>
            <p:nvPr/>
          </p:nvPicPr>
          <p:blipFill>
            <a:blip r:embed="rId10">
              <a:alphaModFix/>
            </a:blip>
            <a:stretch>
              <a:fillRect/>
            </a:stretch>
          </p:blipFill>
          <p:spPr>
            <a:xfrm rot="-5400000">
              <a:off x="-1233400" y="3817574"/>
              <a:ext cx="2225531" cy="1201124"/>
            </a:xfrm>
            <a:prstGeom prst="rect">
              <a:avLst/>
            </a:prstGeom>
            <a:noFill/>
            <a:ln>
              <a:noFill/>
            </a:ln>
          </p:spPr>
        </p:pic>
        <p:pic>
          <p:nvPicPr>
            <p:cNvPr id="16" name="Google Shape;393;p35">
              <a:extLst>
                <a:ext uri="{FF2B5EF4-FFF2-40B4-BE49-F238E27FC236}">
                  <a16:creationId xmlns:a16="http://schemas.microsoft.com/office/drawing/2014/main" id="{7003D9F4-38F8-6C01-7665-B820AD1A79ED}"/>
                </a:ext>
              </a:extLst>
            </p:cNvPr>
            <p:cNvPicPr preferRelativeResize="0"/>
            <p:nvPr/>
          </p:nvPicPr>
          <p:blipFill>
            <a:blip r:embed="rId4">
              <a:alphaModFix/>
            </a:blip>
            <a:stretch>
              <a:fillRect/>
            </a:stretch>
          </p:blipFill>
          <p:spPr>
            <a:xfrm rot="5400000">
              <a:off x="61281" y="3039800"/>
              <a:ext cx="4951375" cy="2978450"/>
            </a:xfrm>
            <a:prstGeom prst="rect">
              <a:avLst/>
            </a:prstGeom>
            <a:noFill/>
            <a:ln>
              <a:noFill/>
            </a:ln>
          </p:spPr>
        </p:pic>
        <p:pic>
          <p:nvPicPr>
            <p:cNvPr id="17" name="Google Shape;394;p35">
              <a:extLst>
                <a:ext uri="{FF2B5EF4-FFF2-40B4-BE49-F238E27FC236}">
                  <a16:creationId xmlns:a16="http://schemas.microsoft.com/office/drawing/2014/main" id="{E1FCF37F-506E-FCFE-59FF-F915D1AFA497}"/>
                </a:ext>
              </a:extLst>
            </p:cNvPr>
            <p:cNvPicPr preferRelativeResize="0"/>
            <p:nvPr/>
          </p:nvPicPr>
          <p:blipFill rotWithShape="1">
            <a:blip r:embed="rId6">
              <a:alphaModFix/>
            </a:blip>
            <a:srcRect/>
            <a:stretch/>
          </p:blipFill>
          <p:spPr>
            <a:xfrm>
              <a:off x="-145551" y="-507172"/>
              <a:ext cx="4546625" cy="2734975"/>
            </a:xfrm>
            <a:prstGeom prst="rect">
              <a:avLst/>
            </a:prstGeom>
            <a:noFill/>
            <a:ln>
              <a:noFill/>
            </a:ln>
          </p:spPr>
        </p:pic>
        <p:pic>
          <p:nvPicPr>
            <p:cNvPr id="18" name="Google Shape;395;p35">
              <a:extLst>
                <a:ext uri="{FF2B5EF4-FFF2-40B4-BE49-F238E27FC236}">
                  <a16:creationId xmlns:a16="http://schemas.microsoft.com/office/drawing/2014/main" id="{B93AA593-1207-2C0F-3163-19643B516F51}"/>
                </a:ext>
              </a:extLst>
            </p:cNvPr>
            <p:cNvPicPr preferRelativeResize="0"/>
            <p:nvPr/>
          </p:nvPicPr>
          <p:blipFill>
            <a:blip r:embed="rId11">
              <a:alphaModFix/>
            </a:blip>
            <a:stretch>
              <a:fillRect/>
            </a:stretch>
          </p:blipFill>
          <p:spPr>
            <a:xfrm>
              <a:off x="2841625" y="43848"/>
              <a:ext cx="2306595" cy="1244874"/>
            </a:xfrm>
            <a:prstGeom prst="rect">
              <a:avLst/>
            </a:prstGeom>
            <a:noFill/>
            <a:ln>
              <a:noFill/>
            </a:ln>
          </p:spPr>
        </p:pic>
      </p:grpSp>
    </p:spTree>
  </p:cSld>
  <p:clrMapOvr>
    <a:masterClrMapping/>
  </p:clrMapOvr>
</p:sld>
</file>

<file path=ppt/theme/theme1.xml><?xml version="1.0" encoding="utf-8"?>
<a:theme xmlns:a="http://schemas.openxmlformats.org/drawingml/2006/main" name="Design Inspiration Marketing Plan by Slidesgo">
  <a:themeElements>
    <a:clrScheme name="Simple Light">
      <a:dk1>
        <a:srgbClr val="272729"/>
      </a:dk1>
      <a:lt1>
        <a:srgbClr val="F8F8F8"/>
      </a:lt1>
      <a:dk2>
        <a:srgbClr val="70F1FE"/>
      </a:dk2>
      <a:lt2>
        <a:srgbClr val="43FF9D"/>
      </a:lt2>
      <a:accent1>
        <a:srgbClr val="69FE61"/>
      </a:accent1>
      <a:accent2>
        <a:srgbClr val="E5E36D"/>
      </a:accent2>
      <a:accent3>
        <a:srgbClr val="FD0223"/>
      </a:accent3>
      <a:accent4>
        <a:srgbClr val="CE04E9"/>
      </a:accent4>
      <a:accent5>
        <a:srgbClr val="FFFFFF"/>
      </a:accent5>
      <a:accent6>
        <a:srgbClr val="FFFFFF"/>
      </a:accent6>
      <a:hlink>
        <a:srgbClr val="2727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TotalTime>
  <Words>792</Words>
  <Application>Microsoft Office PowerPoint</Application>
  <PresentationFormat>On-screen Show (16:9)</PresentationFormat>
  <Paragraphs>97</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Wingdings</vt:lpstr>
      <vt:lpstr>Raleway</vt:lpstr>
      <vt:lpstr>Inter Tight</vt:lpstr>
      <vt:lpstr>Nunito Light</vt:lpstr>
      <vt:lpstr>Inter</vt:lpstr>
      <vt:lpstr>Inter Tight Black</vt:lpstr>
      <vt:lpstr>Albert Sans</vt:lpstr>
      <vt:lpstr>Design Inspiration Marketing Plan by Slidesgo</vt:lpstr>
      <vt:lpstr>E-Commerce Sales Performance Analysis: A Power BI Dashboard Solution  </vt:lpstr>
      <vt:lpstr>TABLE OF CONTENTS</vt:lpstr>
      <vt:lpstr>Introduction &amp; Project Overview</vt:lpstr>
      <vt:lpstr>PowerPoint Presentation</vt:lpstr>
      <vt:lpstr>Key Performance Indicators</vt:lpstr>
      <vt:lpstr>Sales Distribution </vt:lpstr>
      <vt:lpstr>Sales Distribution </vt:lpstr>
      <vt:lpstr>Monthly Profit and Sales  Breakdown </vt:lpstr>
      <vt:lpstr>YTD vs. PYTD Sales Trend </vt:lpstr>
      <vt:lpstr>Limitations and future work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Sudipta Mitra</cp:lastModifiedBy>
  <cp:revision>12</cp:revision>
  <dcterms:modified xsi:type="dcterms:W3CDTF">2025-12-16T16:10:08Z</dcterms:modified>
</cp:coreProperties>
</file>